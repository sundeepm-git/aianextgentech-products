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1" r:id="rId4"/>
  </p:sldMasterIdLst>
  <p:sldIdLst>
    <p:sldId id="256" r:id="rId5"/>
    <p:sldId id="257" r:id="rId6"/>
    <p:sldId id="269" r:id="rId7"/>
    <p:sldId id="270" r:id="rId8"/>
    <p:sldId id="275" r:id="rId9"/>
    <p:sldId id="276" r:id="rId10"/>
    <p:sldId id="277" r:id="rId11"/>
    <p:sldId id="267" r:id="rId12"/>
    <p:sldId id="271" r:id="rId13"/>
    <p:sldId id="272" r:id="rId14"/>
    <p:sldId id="273" r:id="rId15"/>
    <p:sldId id="274" r:id="rId16"/>
    <p:sldId id="278" r:id="rId17"/>
    <p:sldId id="279" r:id="rId18"/>
    <p:sldId id="280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76EBA5A-27EE-4647-8006-65E1868C8754}">
          <p14:sldIdLst>
            <p14:sldId id="256"/>
            <p14:sldId id="257"/>
            <p14:sldId id="269"/>
            <p14:sldId id="270"/>
            <p14:sldId id="275"/>
            <p14:sldId id="276"/>
            <p14:sldId id="277"/>
            <p14:sldId id="267"/>
            <p14:sldId id="271"/>
            <p14:sldId id="272"/>
            <p14:sldId id="273"/>
            <p14:sldId id="274"/>
            <p14:sldId id="278"/>
            <p14:sldId id="279"/>
            <p14:sldId id="280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5F3AD7-08A6-491D-843D-9F461C985D3F}" v="51" dt="2026-04-21T22:51:35.537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9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shwari, Sundeep Kumar" userId="9a962650-e646-43c7-a3a1-e4d97fd204aa" providerId="ADAL" clId="{843F4A8C-F017-416A-8B50-DC29731B04E3}"/>
    <pc:docChg chg="undo custSel addSld delSld modSld sldOrd modSection">
      <pc:chgData name="Maheshwari, Sundeep Kumar" userId="9a962650-e646-43c7-a3a1-e4d97fd204aa" providerId="ADAL" clId="{843F4A8C-F017-416A-8B50-DC29731B04E3}" dt="2026-04-21T22:58:01.430" v="704" actId="14100"/>
      <pc:docMkLst>
        <pc:docMk/>
      </pc:docMkLst>
      <pc:sldChg chg="addSp delSp modSp mod setBg setClrOvrMap delDesignElem">
        <pc:chgData name="Maheshwari, Sundeep Kumar" userId="9a962650-e646-43c7-a3a1-e4d97fd204aa" providerId="ADAL" clId="{843F4A8C-F017-416A-8B50-DC29731B04E3}" dt="2026-04-21T22:31:33.591" v="577" actId="26606"/>
        <pc:sldMkLst>
          <pc:docMk/>
          <pc:sldMk cId="0" sldId="256"/>
        </pc:sldMkLst>
        <pc:spChg chg="mod">
          <ac:chgData name="Maheshwari, Sundeep Kumar" userId="9a962650-e646-43c7-a3a1-e4d97fd204aa" providerId="ADAL" clId="{843F4A8C-F017-416A-8B50-DC29731B04E3}" dt="2026-04-21T22:31:33.591" v="577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heshwari, Sundeep Kumar" userId="9a962650-e646-43c7-a3a1-e4d97fd204aa" providerId="ADAL" clId="{843F4A8C-F017-416A-8B50-DC29731B04E3}" dt="2026-04-21T22:31:33.591" v="577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Maheshwari, Sundeep Kumar" userId="9a962650-e646-43c7-a3a1-e4d97fd204aa" providerId="ADAL" clId="{843F4A8C-F017-416A-8B50-DC29731B04E3}" dt="2026-04-21T22:12:54.708" v="409" actId="26606"/>
          <ac:spMkLst>
            <pc:docMk/>
            <pc:sldMk cId="0" sldId="256"/>
            <ac:spMk id="5" creationId="{1C69834E-5EEE-4D61-833E-04928896454C}"/>
          </ac:spMkLst>
        </pc:spChg>
        <pc:spChg chg="add del">
          <ac:chgData name="Maheshwari, Sundeep Kumar" userId="9a962650-e646-43c7-a3a1-e4d97fd204aa" providerId="ADAL" clId="{843F4A8C-F017-416A-8B50-DC29731B04E3}" dt="2026-04-21T22:12:54.708" v="409" actId="26606"/>
          <ac:spMkLst>
            <pc:docMk/>
            <pc:sldMk cId="0" sldId="256"/>
            <ac:spMk id="6" creationId="{58E5D9BA-46E7-4BFA-9C74-75495BF6F54D}"/>
          </ac:spMkLst>
        </pc:spChg>
        <pc:spChg chg="add del">
          <ac:chgData name="Maheshwari, Sundeep Kumar" userId="9a962650-e646-43c7-a3a1-e4d97fd204aa" providerId="ADAL" clId="{843F4A8C-F017-416A-8B50-DC29731B04E3}" dt="2026-04-21T22:12:54.708" v="409" actId="26606"/>
          <ac:spMkLst>
            <pc:docMk/>
            <pc:sldMk cId="0" sldId="256"/>
            <ac:spMk id="7" creationId="{5B033D76-5800-44B6-AFE9-EE2106935115}"/>
          </ac:spMkLst>
        </pc:spChg>
        <pc:spChg chg="add del">
          <ac:chgData name="Maheshwari, Sundeep Kumar" userId="9a962650-e646-43c7-a3a1-e4d97fd204aa" providerId="ADAL" clId="{843F4A8C-F017-416A-8B50-DC29731B04E3}" dt="2026-04-21T21:29:18.991" v="20" actId="26606"/>
          <ac:spMkLst>
            <pc:docMk/>
            <pc:sldMk cId="0" sldId="256"/>
            <ac:spMk id="8" creationId="{F0AB17F6-592B-45CB-96F6-705C9825AFBC}"/>
          </ac:spMkLst>
        </pc:spChg>
        <pc:spChg chg="add del">
          <ac:chgData name="Maheshwari, Sundeep Kumar" userId="9a962650-e646-43c7-a3a1-e4d97fd204aa" providerId="ADAL" clId="{843F4A8C-F017-416A-8B50-DC29731B04E3}" dt="2026-04-21T22:12:54.708" v="409" actId="26606"/>
          <ac:spMkLst>
            <pc:docMk/>
            <pc:sldMk cId="0" sldId="256"/>
            <ac:spMk id="9" creationId="{13B31514-E6DF-4357-9EEA-EFB7983080DA}"/>
          </ac:spMkLst>
        </pc:spChg>
        <pc:spChg chg="add del">
          <ac:chgData name="Maheshwari, Sundeep Kumar" userId="9a962650-e646-43c7-a3a1-e4d97fd204aa" providerId="ADAL" clId="{843F4A8C-F017-416A-8B50-DC29731B04E3}" dt="2026-04-21T22:12:54.708" v="409" actId="26606"/>
          <ac:spMkLst>
            <pc:docMk/>
            <pc:sldMk cId="0" sldId="256"/>
            <ac:spMk id="14" creationId="{522D6F85-FFBA-4F81-AEE5-AAA17CB7AA98}"/>
          </ac:spMkLst>
        </pc:spChg>
        <pc:spChg chg="add del">
          <ac:chgData name="Maheshwari, Sundeep Kumar" userId="9a962650-e646-43c7-a3a1-e4d97fd204aa" providerId="ADAL" clId="{843F4A8C-F017-416A-8B50-DC29731B04E3}" dt="2026-04-21T21:29:27.494" v="22" actId="26606"/>
          <ac:spMkLst>
            <pc:docMk/>
            <pc:sldMk cId="0" sldId="256"/>
            <ac:spMk id="15" creationId="{1BF0792A-0F2B-4A2E-AB38-0A4F18A3072D}"/>
          </ac:spMkLst>
        </pc:spChg>
        <pc:spChg chg="add del">
          <ac:chgData name="Maheshwari, Sundeep Kumar" userId="9a962650-e646-43c7-a3a1-e4d97fd204aa" providerId="ADAL" clId="{843F4A8C-F017-416A-8B50-DC29731B04E3}" dt="2026-04-21T21:29:27.494" v="22" actId="26606"/>
          <ac:spMkLst>
            <pc:docMk/>
            <pc:sldMk cId="0" sldId="256"/>
            <ac:spMk id="17" creationId="{F57DB18D-C2F1-4C8C-8808-9C01ECE6834E}"/>
          </ac:spMkLst>
        </pc:spChg>
        <pc:spChg chg="add">
          <ac:chgData name="Maheshwari, Sundeep Kumar" userId="9a962650-e646-43c7-a3a1-e4d97fd204aa" providerId="ADAL" clId="{843F4A8C-F017-416A-8B50-DC29731B04E3}" dt="2026-04-21T22:31:33.591" v="577" actId="26606"/>
          <ac:spMkLst>
            <pc:docMk/>
            <pc:sldMk cId="0" sldId="256"/>
            <ac:spMk id="19" creationId="{2FDF9410-E530-4E71-A2C0-4C24B489649E}"/>
          </ac:spMkLst>
        </pc:spChg>
        <pc:spChg chg="add del">
          <ac:chgData name="Maheshwari, Sundeep Kumar" userId="9a962650-e646-43c7-a3a1-e4d97fd204aa" providerId="ADAL" clId="{843F4A8C-F017-416A-8B50-DC29731B04E3}" dt="2026-04-21T21:30:43.486" v="39" actId="26606"/>
          <ac:spMkLst>
            <pc:docMk/>
            <pc:sldMk cId="0" sldId="256"/>
            <ac:spMk id="22" creationId="{48D226DA-E368-46E4-BF0C-D467A1E86BF6}"/>
          </ac:spMkLst>
        </pc:spChg>
        <pc:spChg chg="add del">
          <ac:chgData name="Maheshwari, Sundeep Kumar" userId="9a962650-e646-43c7-a3a1-e4d97fd204aa" providerId="ADAL" clId="{843F4A8C-F017-416A-8B50-DC29731B04E3}" dt="2026-04-21T22:31:23.818" v="575"/>
          <ac:spMkLst>
            <pc:docMk/>
            <pc:sldMk cId="0" sldId="256"/>
            <ac:spMk id="28" creationId="{1C69834E-5EEE-4D61-833E-04928896454C}"/>
          </ac:spMkLst>
        </pc:spChg>
        <pc:spChg chg="add del">
          <ac:chgData name="Maheshwari, Sundeep Kumar" userId="9a962650-e646-43c7-a3a1-e4d97fd204aa" providerId="ADAL" clId="{843F4A8C-F017-416A-8B50-DC29731B04E3}" dt="2026-04-21T22:31:23.818" v="575"/>
          <ac:spMkLst>
            <pc:docMk/>
            <pc:sldMk cId="0" sldId="256"/>
            <ac:spMk id="30" creationId="{58E5D9BA-46E7-4BFA-9C74-75495BF6F54D}"/>
          </ac:spMkLst>
        </pc:spChg>
        <pc:spChg chg="add del">
          <ac:chgData name="Maheshwari, Sundeep Kumar" userId="9a962650-e646-43c7-a3a1-e4d97fd204aa" providerId="ADAL" clId="{843F4A8C-F017-416A-8B50-DC29731B04E3}" dt="2026-04-21T22:31:23.818" v="575"/>
          <ac:spMkLst>
            <pc:docMk/>
            <pc:sldMk cId="0" sldId="256"/>
            <ac:spMk id="32" creationId="{5B033D76-5800-44B6-AFE9-EE2106935115}"/>
          </ac:spMkLst>
        </pc:spChg>
        <pc:spChg chg="add del">
          <ac:chgData name="Maheshwari, Sundeep Kumar" userId="9a962650-e646-43c7-a3a1-e4d97fd204aa" providerId="ADAL" clId="{843F4A8C-F017-416A-8B50-DC29731B04E3}" dt="2026-04-21T22:31:23.818" v="575"/>
          <ac:spMkLst>
            <pc:docMk/>
            <pc:sldMk cId="0" sldId="256"/>
            <ac:spMk id="34" creationId="{522D6F85-FFBA-4F81-AEE5-AAA17CB7AA98}"/>
          </ac:spMkLst>
        </pc:spChg>
        <pc:spChg chg="add del">
          <ac:chgData name="Maheshwari, Sundeep Kumar" userId="9a962650-e646-43c7-a3a1-e4d97fd204aa" providerId="ADAL" clId="{843F4A8C-F017-416A-8B50-DC29731B04E3}" dt="2026-04-21T22:31:23.818" v="575"/>
          <ac:spMkLst>
            <pc:docMk/>
            <pc:sldMk cId="0" sldId="256"/>
            <ac:spMk id="36" creationId="{13B31514-E6DF-4357-9EEA-EFB7983080DA}"/>
          </ac:spMkLst>
        </pc:spChg>
        <pc:spChg chg="del">
          <ac:chgData name="Maheshwari, Sundeep Kumar" userId="9a962650-e646-43c7-a3a1-e4d97fd204aa" providerId="ADAL" clId="{843F4A8C-F017-416A-8B50-DC29731B04E3}" dt="2026-04-21T21:28:55.983" v="15"/>
          <ac:spMkLst>
            <pc:docMk/>
            <pc:sldMk cId="0" sldId="256"/>
            <ac:spMk id="38" creationId="{4522B21E-B2B9-4C72-9A71-C87EFD137480}"/>
          </ac:spMkLst>
        </pc:spChg>
        <pc:spChg chg="del">
          <ac:chgData name="Maheshwari, Sundeep Kumar" userId="9a962650-e646-43c7-a3a1-e4d97fd204aa" providerId="ADAL" clId="{843F4A8C-F017-416A-8B50-DC29731B04E3}" dt="2026-04-21T21:28:55.983" v="15"/>
          <ac:spMkLst>
            <pc:docMk/>
            <pc:sldMk cId="0" sldId="256"/>
            <ac:spMk id="39" creationId="{5EB7D2A2-F448-44D4-938C-DC84CBCB3B1E}"/>
          </ac:spMkLst>
        </pc:spChg>
        <pc:spChg chg="del">
          <ac:chgData name="Maheshwari, Sundeep Kumar" userId="9a962650-e646-43c7-a3a1-e4d97fd204aa" providerId="ADAL" clId="{843F4A8C-F017-416A-8B50-DC29731B04E3}" dt="2026-04-21T21:28:55.983" v="15"/>
          <ac:spMkLst>
            <pc:docMk/>
            <pc:sldMk cId="0" sldId="256"/>
            <ac:spMk id="40" creationId="{871AEA07-1E14-44B4-8E55-64EF049CD66F}"/>
          </ac:spMkLst>
        </pc:spChg>
        <pc:grpChg chg="add del">
          <ac:chgData name="Maheshwari, Sundeep Kumar" userId="9a962650-e646-43c7-a3a1-e4d97fd204aa" providerId="ADAL" clId="{843F4A8C-F017-416A-8B50-DC29731B04E3}" dt="2026-04-21T21:29:27.494" v="22" actId="26606"/>
          <ac:grpSpMkLst>
            <pc:docMk/>
            <pc:sldMk cId="0" sldId="256"/>
            <ac:grpSpMk id="12" creationId="{E5D935FA-3336-4941-9214-E250A5727F40}"/>
          </ac:grpSpMkLst>
        </pc:grpChg>
        <pc:picChg chg="add del">
          <ac:chgData name="Maheshwari, Sundeep Kumar" userId="9a962650-e646-43c7-a3a1-e4d97fd204aa" providerId="ADAL" clId="{843F4A8C-F017-416A-8B50-DC29731B04E3}" dt="2026-04-21T22:12:54.708" v="409" actId="26606"/>
          <ac:picMkLst>
            <pc:docMk/>
            <pc:sldMk cId="0" sldId="256"/>
            <ac:picMk id="13" creationId="{50FE9B6F-A7A5-454C-A29B-78650855FEAF}"/>
          </ac:picMkLst>
        </pc:picChg>
        <pc:picChg chg="add del">
          <ac:chgData name="Maheshwari, Sundeep Kumar" userId="9a962650-e646-43c7-a3a1-e4d97fd204aa" providerId="ADAL" clId="{843F4A8C-F017-416A-8B50-DC29731B04E3}" dt="2026-04-21T21:29:27.494" v="22" actId="26606"/>
          <ac:picMkLst>
            <pc:docMk/>
            <pc:sldMk cId="0" sldId="256"/>
            <ac:picMk id="20" creationId="{75CC23F7-9F20-4C4B-8608-BD4DE9728FA5}"/>
          </ac:picMkLst>
        </pc:picChg>
        <pc:picChg chg="add del">
          <ac:chgData name="Maheshwari, Sundeep Kumar" userId="9a962650-e646-43c7-a3a1-e4d97fd204aa" providerId="ADAL" clId="{843F4A8C-F017-416A-8B50-DC29731B04E3}" dt="2026-04-21T22:31:23.818" v="575"/>
          <ac:picMkLst>
            <pc:docMk/>
            <pc:sldMk cId="0" sldId="256"/>
            <ac:picMk id="25" creationId="{4C401D57-600A-4C91-AC9A-14CA1ED6F7D8}"/>
          </ac:picMkLst>
        </pc:picChg>
        <pc:cxnChg chg="add del">
          <ac:chgData name="Maheshwari, Sundeep Kumar" userId="9a962650-e646-43c7-a3a1-e4d97fd204aa" providerId="ADAL" clId="{843F4A8C-F017-416A-8B50-DC29731B04E3}" dt="2026-04-21T21:29:18.991" v="20" actId="26606"/>
          <ac:cxnSpMkLst>
            <pc:docMk/>
            <pc:sldMk cId="0" sldId="256"/>
            <ac:cxnSpMk id="10" creationId="{5A9284E7-0823-472D-9963-18D89DFEB8B4}"/>
          </ac:cxnSpMkLst>
        </pc:cxnChg>
        <pc:cxnChg chg="add del">
          <ac:chgData name="Maheshwari, Sundeep Kumar" userId="9a962650-e646-43c7-a3a1-e4d97fd204aa" providerId="ADAL" clId="{843F4A8C-F017-416A-8B50-DC29731B04E3}" dt="2026-04-21T22:12:54.708" v="409" actId="26606"/>
          <ac:cxnSpMkLst>
            <pc:docMk/>
            <pc:sldMk cId="0" sldId="256"/>
            <ac:cxnSpMk id="11" creationId="{412BDC66-00FA-4A3F-9BC7-BE05FF7705F8}"/>
          </ac:cxnSpMkLst>
        </pc:cxnChg>
        <pc:cxnChg chg="add del">
          <ac:chgData name="Maheshwari, Sundeep Kumar" userId="9a962650-e646-43c7-a3a1-e4d97fd204aa" providerId="ADAL" clId="{843F4A8C-F017-416A-8B50-DC29731B04E3}" dt="2026-04-21T21:29:27.494" v="22" actId="26606"/>
          <ac:cxnSpMkLst>
            <pc:docMk/>
            <pc:sldMk cId="0" sldId="256"/>
            <ac:cxnSpMk id="16" creationId="{87F797D1-251E-41FE-9FF8-AD487DEF28AC}"/>
          </ac:cxnSpMkLst>
        </pc:cxnChg>
        <pc:cxnChg chg="add del">
          <ac:chgData name="Maheshwari, Sundeep Kumar" userId="9a962650-e646-43c7-a3a1-e4d97fd204aa" providerId="ADAL" clId="{843F4A8C-F017-416A-8B50-DC29731B04E3}" dt="2026-04-21T21:29:27.494" v="22" actId="26606"/>
          <ac:cxnSpMkLst>
            <pc:docMk/>
            <pc:sldMk cId="0" sldId="256"/>
            <ac:cxnSpMk id="18" creationId="{09A0CE28-0E59-4F4D-9855-8A8DCE9A8EFE}"/>
          </ac:cxnSpMkLst>
        </pc:cxnChg>
        <pc:cxnChg chg="add">
          <ac:chgData name="Maheshwari, Sundeep Kumar" userId="9a962650-e646-43c7-a3a1-e4d97fd204aa" providerId="ADAL" clId="{843F4A8C-F017-416A-8B50-DC29731B04E3}" dt="2026-04-21T22:31:33.591" v="577" actId="26606"/>
          <ac:cxnSpMkLst>
            <pc:docMk/>
            <pc:sldMk cId="0" sldId="256"/>
            <ac:cxnSpMk id="21" creationId="{53268B1E-8861-4702-9529-5A8FB23A618F}"/>
          </ac:cxnSpMkLst>
        </pc:cxnChg>
        <pc:cxnChg chg="add del">
          <ac:chgData name="Maheshwari, Sundeep Kumar" userId="9a962650-e646-43c7-a3a1-e4d97fd204aa" providerId="ADAL" clId="{843F4A8C-F017-416A-8B50-DC29731B04E3}" dt="2026-04-21T21:30:43.486" v="39" actId="26606"/>
          <ac:cxnSpMkLst>
            <pc:docMk/>
            <pc:sldMk cId="0" sldId="256"/>
            <ac:cxnSpMk id="23" creationId="{7105F2EF-F4AA-488F-8E74-484FA0078518}"/>
          </ac:cxnSpMkLst>
        </pc:cxnChg>
        <pc:cxnChg chg="add">
          <ac:chgData name="Maheshwari, Sundeep Kumar" userId="9a962650-e646-43c7-a3a1-e4d97fd204aa" providerId="ADAL" clId="{843F4A8C-F017-416A-8B50-DC29731B04E3}" dt="2026-04-21T22:31:33.591" v="577" actId="26606"/>
          <ac:cxnSpMkLst>
            <pc:docMk/>
            <pc:sldMk cId="0" sldId="256"/>
            <ac:cxnSpMk id="24" creationId="{BC6646AE-8FD6-411E-8640-6CCB250D54FB}"/>
          </ac:cxnSpMkLst>
        </pc:cxnChg>
        <pc:cxnChg chg="add 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0" sldId="256"/>
            <ac:cxnSpMk id="26" creationId="{412BDC66-00FA-4A3F-9BC7-BE05FF7705F8}"/>
          </ac:cxnSpMkLst>
        </pc:cxnChg>
        <pc:cxnChg chg="del">
          <ac:chgData name="Maheshwari, Sundeep Kumar" userId="9a962650-e646-43c7-a3a1-e4d97fd204aa" providerId="ADAL" clId="{843F4A8C-F017-416A-8B50-DC29731B04E3}" dt="2026-04-21T21:28:55.983" v="15"/>
          <ac:cxnSpMkLst>
            <pc:docMk/>
            <pc:sldMk cId="0" sldId="256"/>
            <ac:cxnSpMk id="41" creationId="{F7C8EA93-3210-4C62-99E9-153C275E3A87}"/>
          </ac:cxnSpMkLst>
        </pc:cxnChg>
      </pc:sldChg>
      <pc:sldChg chg="addSp delSp modSp mod setBg delDesignElem">
        <pc:chgData name="Maheshwari, Sundeep Kumar" userId="9a962650-e646-43c7-a3a1-e4d97fd204aa" providerId="ADAL" clId="{843F4A8C-F017-416A-8B50-DC29731B04E3}" dt="2026-04-21T22:31:45.571" v="578" actId="26606"/>
        <pc:sldMkLst>
          <pc:docMk/>
          <pc:sldMk cId="0" sldId="257"/>
        </pc:sldMkLst>
        <pc:spChg chg="mod">
          <ac:chgData name="Maheshwari, Sundeep Kumar" userId="9a962650-e646-43c7-a3a1-e4d97fd204aa" providerId="ADAL" clId="{843F4A8C-F017-416A-8B50-DC29731B04E3}" dt="2026-04-21T22:31:45.571" v="578" actId="26606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Maheshwari, Sundeep Kumar" userId="9a962650-e646-43c7-a3a1-e4d97fd204aa" providerId="ADAL" clId="{843F4A8C-F017-416A-8B50-DC29731B04E3}" dt="2026-04-21T22:31:45.571" v="578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Maheshwari, Sundeep Kumar" userId="9a962650-e646-43c7-a3a1-e4d97fd204aa" providerId="ADAL" clId="{843F4A8C-F017-416A-8B50-DC29731B04E3}" dt="2026-04-21T22:31:45.571" v="578" actId="26606"/>
          <ac:spMkLst>
            <pc:docMk/>
            <pc:sldMk cId="0" sldId="257"/>
            <ac:spMk id="6" creationId="{482E7304-2AC2-4A5C-924D-A6AC3FFC5EAC}"/>
          </ac:spMkLst>
        </pc:spChg>
        <pc:spChg chg="add">
          <ac:chgData name="Maheshwari, Sundeep Kumar" userId="9a962650-e646-43c7-a3a1-e4d97fd204aa" providerId="ADAL" clId="{843F4A8C-F017-416A-8B50-DC29731B04E3}" dt="2026-04-21T22:31:45.571" v="578" actId="26606"/>
          <ac:spMkLst>
            <pc:docMk/>
            <pc:sldMk cId="0" sldId="257"/>
            <ac:spMk id="8" creationId="{A3C183B1-1D4B-4E3D-A02E-A426E3BFA016}"/>
          </ac:spMkLst>
        </pc:spChg>
        <pc:spChg chg="add del">
          <ac:chgData name="Maheshwari, Sundeep Kumar" userId="9a962650-e646-43c7-a3a1-e4d97fd204aa" providerId="ADAL" clId="{843F4A8C-F017-416A-8B50-DC29731B04E3}" dt="2026-04-21T22:12:54.051" v="408" actId="26606"/>
          <ac:spMkLst>
            <pc:docMk/>
            <pc:sldMk cId="0" sldId="257"/>
            <ac:spMk id="9" creationId="{77980C74-AF2A-4450-847A-E743B22A26C6}"/>
          </ac:spMkLst>
        </pc:spChg>
        <pc:spChg chg="add del">
          <ac:chgData name="Maheshwari, Sundeep Kumar" userId="9a962650-e646-43c7-a3a1-e4d97fd204aa" providerId="ADAL" clId="{843F4A8C-F017-416A-8B50-DC29731B04E3}" dt="2026-04-21T22:12:54.051" v="408" actId="26606"/>
          <ac:spMkLst>
            <pc:docMk/>
            <pc:sldMk cId="0" sldId="257"/>
            <ac:spMk id="13" creationId="{698C92D5-DA82-49A4-B257-78C3125FA231}"/>
          </ac:spMkLst>
        </pc:spChg>
        <pc:spChg chg="del">
          <ac:chgData name="Maheshwari, Sundeep Kumar" userId="9a962650-e646-43c7-a3a1-e4d97fd204aa" providerId="ADAL" clId="{843F4A8C-F017-416A-8B50-DC29731B04E3}" dt="2026-04-21T21:28:55.983" v="15"/>
          <ac:spMkLst>
            <pc:docMk/>
            <pc:sldMk cId="0" sldId="257"/>
            <ac:spMk id="19" creationId="{B6CDA21F-E7AF-4C75-8395-33F58D5B0E45}"/>
          </ac:spMkLst>
        </pc:spChg>
        <pc:spChg chg="del">
          <ac:chgData name="Maheshwari, Sundeep Kumar" userId="9a962650-e646-43c7-a3a1-e4d97fd204aa" providerId="ADAL" clId="{843F4A8C-F017-416A-8B50-DC29731B04E3}" dt="2026-04-21T21:28:55.983" v="15"/>
          <ac:spMkLst>
            <pc:docMk/>
            <pc:sldMk cId="0" sldId="257"/>
            <ac:spMk id="26" creationId="{D5B0017B-2ECA-49AF-B397-DC140825DF8D}"/>
          </ac:spMkLst>
        </pc:spChg>
        <pc:grpChg chg="del">
          <ac:chgData name="Maheshwari, Sundeep Kumar" userId="9a962650-e646-43c7-a3a1-e4d97fd204aa" providerId="ADAL" clId="{843F4A8C-F017-416A-8B50-DC29731B04E3}" dt="2026-04-21T21:28:55.983" v="15"/>
          <ac:grpSpMkLst>
            <pc:docMk/>
            <pc:sldMk cId="0" sldId="257"/>
            <ac:grpSpMk id="21" creationId="{AE1C45F0-260A-458C-96ED-C1F6D2151219}"/>
          </ac:grpSpMkLst>
        </pc:grpChg>
        <pc:graphicFrameChg chg="add del">
          <ac:chgData name="Maheshwari, Sundeep Kumar" userId="9a962650-e646-43c7-a3a1-e4d97fd204aa" providerId="ADAL" clId="{843F4A8C-F017-416A-8B50-DC29731B04E3}" dt="2026-04-21T22:12:54.051" v="408" actId="26606"/>
          <ac:graphicFrameMkLst>
            <pc:docMk/>
            <pc:sldMk cId="0" sldId="257"/>
            <ac:graphicFrameMk id="5" creationId="{1032BD3A-3C68-FB0C-40A6-1D079F1213FF}"/>
          </ac:graphicFrameMkLst>
        </pc:graphicFrameChg>
        <pc:graphicFrameChg chg="add">
          <ac:chgData name="Maheshwari, Sundeep Kumar" userId="9a962650-e646-43c7-a3a1-e4d97fd204aa" providerId="ADAL" clId="{843F4A8C-F017-416A-8B50-DC29731B04E3}" dt="2026-04-21T22:31:45.571" v="578" actId="26606"/>
          <ac:graphicFrameMkLst>
            <pc:docMk/>
            <pc:sldMk cId="0" sldId="257"/>
            <ac:graphicFrameMk id="10" creationId="{75F1E9DA-B11C-528F-5450-C2B6279D6F22}"/>
          </ac:graphicFrameMkLst>
        </pc:graphicFrameChg>
        <pc:cxnChg chg="add">
          <ac:chgData name="Maheshwari, Sundeep Kumar" userId="9a962650-e646-43c7-a3a1-e4d97fd204aa" providerId="ADAL" clId="{843F4A8C-F017-416A-8B50-DC29731B04E3}" dt="2026-04-21T22:31:45.571" v="578" actId="26606"/>
          <ac:cxnSpMkLst>
            <pc:docMk/>
            <pc:sldMk cId="0" sldId="257"/>
            <ac:cxnSpMk id="7" creationId="{D259FEF2-F6A5-442F-BA10-4E39EECD0ABE}"/>
          </ac:cxnSpMkLst>
        </pc:cxnChg>
        <pc:cxnChg chg="add del">
          <ac:chgData name="Maheshwari, Sundeep Kumar" userId="9a962650-e646-43c7-a3a1-e4d97fd204aa" providerId="ADAL" clId="{843F4A8C-F017-416A-8B50-DC29731B04E3}" dt="2026-04-21T22:12:54.051" v="408" actId="26606"/>
          <ac:cxnSpMkLst>
            <pc:docMk/>
            <pc:sldMk cId="0" sldId="257"/>
            <ac:cxnSpMk id="11" creationId="{E9CE1AD2-68C8-4D23-BCA6-A6714F325DAF}"/>
          </ac:cxnSpMkLst>
        </pc:cxnChg>
        <pc:cxnChg chg="del">
          <ac:chgData name="Maheshwari, Sundeep Kumar" userId="9a962650-e646-43c7-a3a1-e4d97fd204aa" providerId="ADAL" clId="{843F4A8C-F017-416A-8B50-DC29731B04E3}" dt="2026-04-21T21:28:55.983" v="15"/>
          <ac:cxnSpMkLst>
            <pc:docMk/>
            <pc:sldMk cId="0" sldId="257"/>
            <ac:cxnSpMk id="28" creationId="{6CF1BAF6-AD41-4082-B212-8A1F9A2E8779}"/>
          </ac:cxnSpMkLst>
        </pc:cxnChg>
      </pc:sldChg>
      <pc:sldChg chg="addSp delSp modSp del mod ord addAnim delAnim delDesignElem">
        <pc:chgData name="Maheshwari, Sundeep Kumar" userId="9a962650-e646-43c7-a3a1-e4d97fd204aa" providerId="ADAL" clId="{843F4A8C-F017-416A-8B50-DC29731B04E3}" dt="2026-04-21T21:42:02.477" v="195" actId="2696"/>
        <pc:sldMkLst>
          <pc:docMk/>
          <pc:sldMk cId="0" sldId="259"/>
        </pc:sldMkLst>
        <pc:spChg chg="del">
          <ac:chgData name="Maheshwari, Sundeep Kumar" userId="9a962650-e646-43c7-a3a1-e4d97fd204aa" providerId="ADAL" clId="{843F4A8C-F017-416A-8B50-DC29731B04E3}" dt="2026-04-21T21:28:55.983" v="15"/>
          <ac:spMkLst>
            <pc:docMk/>
            <pc:sldMk cId="0" sldId="259"/>
            <ac:spMk id="65" creationId="{A4AC5506-6312-4701-8D3C-40187889A947}"/>
          </ac:spMkLst>
        </pc:spChg>
        <pc:picChg chg="mod">
          <ac:chgData name="Maheshwari, Sundeep Kumar" userId="9a962650-e646-43c7-a3a1-e4d97fd204aa" providerId="ADAL" clId="{843F4A8C-F017-416A-8B50-DC29731B04E3}" dt="2026-04-21T21:40:26.817" v="147" actId="1076"/>
          <ac:picMkLst>
            <pc:docMk/>
            <pc:sldMk cId="0" sldId="259"/>
            <ac:picMk id="3" creationId="{B14CF04D-B477-E1AA-7999-AF9110D5D397}"/>
          </ac:picMkLst>
        </pc:picChg>
      </pc:sldChg>
      <pc:sldChg chg="addSp delSp modSp del mod ord setBg delDesignElem">
        <pc:chgData name="Maheshwari, Sundeep Kumar" userId="9a962650-e646-43c7-a3a1-e4d97fd204aa" providerId="ADAL" clId="{843F4A8C-F017-416A-8B50-DC29731B04E3}" dt="2026-04-21T21:31:31.495" v="40" actId="2696"/>
        <pc:sldMkLst>
          <pc:docMk/>
          <pc:sldMk cId="1348972493" sldId="264"/>
        </pc:sldMkLst>
        <pc:spChg chg="mod">
          <ac:chgData name="Maheshwari, Sundeep Kumar" userId="9a962650-e646-43c7-a3a1-e4d97fd204aa" providerId="ADAL" clId="{843F4A8C-F017-416A-8B50-DC29731B04E3}" dt="2026-04-21T21:30:01.958" v="28" actId="26606"/>
          <ac:spMkLst>
            <pc:docMk/>
            <pc:sldMk cId="1348972493" sldId="264"/>
            <ac:spMk id="2" creationId="{0ADB6651-F3E7-EF02-F7E9-42C09F7C5184}"/>
          </ac:spMkLst>
        </pc:spChg>
        <pc:spChg chg="del">
          <ac:chgData name="Maheshwari, Sundeep Kumar" userId="9a962650-e646-43c7-a3a1-e4d97fd204aa" providerId="ADAL" clId="{843F4A8C-F017-416A-8B50-DC29731B04E3}" dt="2026-04-21T21:30:01.958" v="28" actId="26606"/>
          <ac:spMkLst>
            <pc:docMk/>
            <pc:sldMk cId="1348972493" sldId="264"/>
            <ac:spMk id="9" creationId="{DFE9C911-B1FB-6375-A698-04BA69B84158}"/>
          </ac:spMkLst>
        </pc:spChg>
        <pc:spChg chg="add">
          <ac:chgData name="Maheshwari, Sundeep Kumar" userId="9a962650-e646-43c7-a3a1-e4d97fd204aa" providerId="ADAL" clId="{843F4A8C-F017-416A-8B50-DC29731B04E3}" dt="2026-04-21T21:30:01.958" v="28" actId="26606"/>
          <ac:spMkLst>
            <pc:docMk/>
            <pc:sldMk cId="1348972493" sldId="264"/>
            <ac:spMk id="15" creationId="{32D32A60-013B-47A8-8833-D2424080917B}"/>
          </ac:spMkLst>
        </pc:spChg>
        <pc:spChg chg="add">
          <ac:chgData name="Maheshwari, Sundeep Kumar" userId="9a962650-e646-43c7-a3a1-e4d97fd204aa" providerId="ADAL" clId="{843F4A8C-F017-416A-8B50-DC29731B04E3}" dt="2026-04-21T21:30:01.958" v="28" actId="26606"/>
          <ac:spMkLst>
            <pc:docMk/>
            <pc:sldMk cId="1348972493" sldId="264"/>
            <ac:spMk id="17" creationId="{AE27932B-B694-4C4C-90D7-A0333A7C5876}"/>
          </ac:spMkLst>
        </pc:spChg>
        <pc:spChg chg="add">
          <ac:chgData name="Maheshwari, Sundeep Kumar" userId="9a962650-e646-43c7-a3a1-e4d97fd204aa" providerId="ADAL" clId="{843F4A8C-F017-416A-8B50-DC29731B04E3}" dt="2026-04-21T21:30:01.958" v="28" actId="26606"/>
          <ac:spMkLst>
            <pc:docMk/>
            <pc:sldMk cId="1348972493" sldId="264"/>
            <ac:spMk id="21" creationId="{A9DA474E-6B91-4200-840F-0257B2358A75}"/>
          </ac:spMkLst>
        </pc:spChg>
        <pc:spChg chg="del">
          <ac:chgData name="Maheshwari, Sundeep Kumar" userId="9a962650-e646-43c7-a3a1-e4d97fd204aa" providerId="ADAL" clId="{843F4A8C-F017-416A-8B50-DC29731B04E3}" dt="2026-04-21T21:28:55.983" v="15"/>
          <ac:spMkLst>
            <pc:docMk/>
            <pc:sldMk cId="1348972493" sldId="264"/>
            <ac:spMk id="28" creationId="{B6CDA21F-E7AF-4C75-8395-33F58D5B0E45}"/>
          </ac:spMkLst>
        </pc:spChg>
        <pc:spChg chg="del">
          <ac:chgData name="Maheshwari, Sundeep Kumar" userId="9a962650-e646-43c7-a3a1-e4d97fd204aa" providerId="ADAL" clId="{843F4A8C-F017-416A-8B50-DC29731B04E3}" dt="2026-04-21T21:28:55.983" v="15"/>
          <ac:spMkLst>
            <pc:docMk/>
            <pc:sldMk cId="1348972493" sldId="264"/>
            <ac:spMk id="35" creationId="{D5B0017B-2ECA-49AF-B397-DC140825DF8D}"/>
          </ac:spMkLst>
        </pc:spChg>
        <pc:grpChg chg="del">
          <ac:chgData name="Maheshwari, Sundeep Kumar" userId="9a962650-e646-43c7-a3a1-e4d97fd204aa" providerId="ADAL" clId="{843F4A8C-F017-416A-8B50-DC29731B04E3}" dt="2026-04-21T21:28:55.983" v="15"/>
          <ac:grpSpMkLst>
            <pc:docMk/>
            <pc:sldMk cId="1348972493" sldId="264"/>
            <ac:grpSpMk id="30" creationId="{AE1C45F0-260A-458C-96ED-C1F6D2151219}"/>
          </ac:grpSpMkLst>
        </pc:grpChg>
        <pc:graphicFrameChg chg="add">
          <ac:chgData name="Maheshwari, Sundeep Kumar" userId="9a962650-e646-43c7-a3a1-e4d97fd204aa" providerId="ADAL" clId="{843F4A8C-F017-416A-8B50-DC29731B04E3}" dt="2026-04-21T21:30:01.958" v="28" actId="26606"/>
          <ac:graphicFrameMkLst>
            <pc:docMk/>
            <pc:sldMk cId="1348972493" sldId="264"/>
            <ac:graphicFrameMk id="11" creationId="{F0CD76B4-8256-FF6A-D79E-3348B870FC9C}"/>
          </ac:graphicFrameMkLst>
        </pc:graphicFrameChg>
        <pc:picChg chg="add">
          <ac:chgData name="Maheshwari, Sundeep Kumar" userId="9a962650-e646-43c7-a3a1-e4d97fd204aa" providerId="ADAL" clId="{843F4A8C-F017-416A-8B50-DC29731B04E3}" dt="2026-04-21T21:30:01.958" v="28" actId="26606"/>
          <ac:picMkLst>
            <pc:docMk/>
            <pc:sldMk cId="1348972493" sldId="264"/>
            <ac:picMk id="23" creationId="{DF63C9AD-AE6E-4512-8171-91612E84CCFB}"/>
          </ac:picMkLst>
        </pc:picChg>
        <pc:cxnChg chg="add">
          <ac:chgData name="Maheshwari, Sundeep Kumar" userId="9a962650-e646-43c7-a3a1-e4d97fd204aa" providerId="ADAL" clId="{843F4A8C-F017-416A-8B50-DC29731B04E3}" dt="2026-04-21T21:30:01.958" v="28" actId="26606"/>
          <ac:cxnSpMkLst>
            <pc:docMk/>
            <pc:sldMk cId="1348972493" sldId="264"/>
            <ac:cxnSpMk id="19" creationId="{9EBB0476-5CF0-4F44-8D68-5D42D7AEE43A}"/>
          </ac:cxnSpMkLst>
        </pc:cxnChg>
        <pc:cxnChg chg="add">
          <ac:chgData name="Maheshwari, Sundeep Kumar" userId="9a962650-e646-43c7-a3a1-e4d97fd204aa" providerId="ADAL" clId="{843F4A8C-F017-416A-8B50-DC29731B04E3}" dt="2026-04-21T21:30:01.958" v="28" actId="26606"/>
          <ac:cxnSpMkLst>
            <pc:docMk/>
            <pc:sldMk cId="1348972493" sldId="264"/>
            <ac:cxnSpMk id="25" creationId="{FE1A49CE-B63D-457A-A180-1C883E1A63D2}"/>
          </ac:cxnSpMkLst>
        </pc:cxnChg>
        <pc:cxnChg chg="del">
          <ac:chgData name="Maheshwari, Sundeep Kumar" userId="9a962650-e646-43c7-a3a1-e4d97fd204aa" providerId="ADAL" clId="{843F4A8C-F017-416A-8B50-DC29731B04E3}" dt="2026-04-21T21:28:55.983" v="15"/>
          <ac:cxnSpMkLst>
            <pc:docMk/>
            <pc:sldMk cId="1348972493" sldId="264"/>
            <ac:cxnSpMk id="37" creationId="{6CF1BAF6-AD41-4082-B212-8A1F9A2E8779}"/>
          </ac:cxnSpMkLst>
        </pc:cxnChg>
      </pc:sldChg>
      <pc:sldChg chg="delSp del delDesignElem">
        <pc:chgData name="Maheshwari, Sundeep Kumar" userId="9a962650-e646-43c7-a3a1-e4d97fd204aa" providerId="ADAL" clId="{843F4A8C-F017-416A-8B50-DC29731B04E3}" dt="2026-04-21T21:49:40.446" v="263" actId="47"/>
        <pc:sldMkLst>
          <pc:docMk/>
          <pc:sldMk cId="1384128727" sldId="265"/>
        </pc:sldMkLst>
        <pc:spChg chg="del">
          <ac:chgData name="Maheshwari, Sundeep Kumar" userId="9a962650-e646-43c7-a3a1-e4d97fd204aa" providerId="ADAL" clId="{843F4A8C-F017-416A-8B50-DC29731B04E3}" dt="2026-04-21T21:28:55.983" v="15"/>
          <ac:spMkLst>
            <pc:docMk/>
            <pc:sldMk cId="1384128727" sldId="265"/>
            <ac:spMk id="28" creationId="{B6CDA21F-E7AF-4C75-8395-33F58D5B0E45}"/>
          </ac:spMkLst>
        </pc:spChg>
        <pc:spChg chg="del">
          <ac:chgData name="Maheshwari, Sundeep Kumar" userId="9a962650-e646-43c7-a3a1-e4d97fd204aa" providerId="ADAL" clId="{843F4A8C-F017-416A-8B50-DC29731B04E3}" dt="2026-04-21T21:28:55.983" v="15"/>
          <ac:spMkLst>
            <pc:docMk/>
            <pc:sldMk cId="1384128727" sldId="265"/>
            <ac:spMk id="35" creationId="{D5B0017B-2ECA-49AF-B397-DC140825DF8D}"/>
          </ac:spMkLst>
        </pc:spChg>
        <pc:grpChg chg="del">
          <ac:chgData name="Maheshwari, Sundeep Kumar" userId="9a962650-e646-43c7-a3a1-e4d97fd204aa" providerId="ADAL" clId="{843F4A8C-F017-416A-8B50-DC29731B04E3}" dt="2026-04-21T21:28:55.983" v="15"/>
          <ac:grpSpMkLst>
            <pc:docMk/>
            <pc:sldMk cId="1384128727" sldId="265"/>
            <ac:grpSpMk id="30" creationId="{AE1C45F0-260A-458C-96ED-C1F6D2151219}"/>
          </ac:grpSpMkLst>
        </pc:grpChg>
        <pc:cxnChg chg="del">
          <ac:chgData name="Maheshwari, Sundeep Kumar" userId="9a962650-e646-43c7-a3a1-e4d97fd204aa" providerId="ADAL" clId="{843F4A8C-F017-416A-8B50-DC29731B04E3}" dt="2026-04-21T21:28:55.983" v="15"/>
          <ac:cxnSpMkLst>
            <pc:docMk/>
            <pc:sldMk cId="1384128727" sldId="265"/>
            <ac:cxnSpMk id="37" creationId="{6CF1BAF6-AD41-4082-B212-8A1F9A2E8779}"/>
          </ac:cxnSpMkLst>
        </pc:cxnChg>
      </pc:sldChg>
      <pc:sldChg chg="delSp del delDesignElem">
        <pc:chgData name="Maheshwari, Sundeep Kumar" userId="9a962650-e646-43c7-a3a1-e4d97fd204aa" providerId="ADAL" clId="{843F4A8C-F017-416A-8B50-DC29731B04E3}" dt="2026-04-21T21:49:40.446" v="263" actId="47"/>
        <pc:sldMkLst>
          <pc:docMk/>
          <pc:sldMk cId="2438310962" sldId="266"/>
        </pc:sldMkLst>
        <pc:spChg chg="del">
          <ac:chgData name="Maheshwari, Sundeep Kumar" userId="9a962650-e646-43c7-a3a1-e4d97fd204aa" providerId="ADAL" clId="{843F4A8C-F017-416A-8B50-DC29731B04E3}" dt="2026-04-21T21:28:55.983" v="15"/>
          <ac:spMkLst>
            <pc:docMk/>
            <pc:sldMk cId="2438310962" sldId="266"/>
            <ac:spMk id="28" creationId="{B6CDA21F-E7AF-4C75-8395-33F58D5B0E45}"/>
          </ac:spMkLst>
        </pc:spChg>
        <pc:spChg chg="del">
          <ac:chgData name="Maheshwari, Sundeep Kumar" userId="9a962650-e646-43c7-a3a1-e4d97fd204aa" providerId="ADAL" clId="{843F4A8C-F017-416A-8B50-DC29731B04E3}" dt="2026-04-21T21:28:55.983" v="15"/>
          <ac:spMkLst>
            <pc:docMk/>
            <pc:sldMk cId="2438310962" sldId="266"/>
            <ac:spMk id="35" creationId="{D5B0017B-2ECA-49AF-B397-DC140825DF8D}"/>
          </ac:spMkLst>
        </pc:spChg>
        <pc:grpChg chg="del">
          <ac:chgData name="Maheshwari, Sundeep Kumar" userId="9a962650-e646-43c7-a3a1-e4d97fd204aa" providerId="ADAL" clId="{843F4A8C-F017-416A-8B50-DC29731B04E3}" dt="2026-04-21T21:28:55.983" v="15"/>
          <ac:grpSpMkLst>
            <pc:docMk/>
            <pc:sldMk cId="2438310962" sldId="266"/>
            <ac:grpSpMk id="30" creationId="{AE1C45F0-260A-458C-96ED-C1F6D2151219}"/>
          </ac:grpSpMkLst>
        </pc:grpChg>
        <pc:cxnChg chg="del">
          <ac:chgData name="Maheshwari, Sundeep Kumar" userId="9a962650-e646-43c7-a3a1-e4d97fd204aa" providerId="ADAL" clId="{843F4A8C-F017-416A-8B50-DC29731B04E3}" dt="2026-04-21T21:28:55.983" v="15"/>
          <ac:cxnSpMkLst>
            <pc:docMk/>
            <pc:sldMk cId="2438310962" sldId="266"/>
            <ac:cxnSpMk id="37" creationId="{6CF1BAF6-AD41-4082-B212-8A1F9A2E8779}"/>
          </ac:cxnSpMkLst>
        </pc:cxnChg>
      </pc:sldChg>
      <pc:sldChg chg="addSp delSp modSp mod setBg delDesignElem">
        <pc:chgData name="Maheshwari, Sundeep Kumar" userId="9a962650-e646-43c7-a3a1-e4d97fd204aa" providerId="ADAL" clId="{843F4A8C-F017-416A-8B50-DC29731B04E3}" dt="2026-04-21T22:33:57.494" v="584" actId="26606"/>
        <pc:sldMkLst>
          <pc:docMk/>
          <pc:sldMk cId="952373217" sldId="267"/>
        </pc:sldMkLst>
        <pc:spChg chg="mod">
          <ac:chgData name="Maheshwari, Sundeep Kumar" userId="9a962650-e646-43c7-a3a1-e4d97fd204aa" providerId="ADAL" clId="{843F4A8C-F017-416A-8B50-DC29731B04E3}" dt="2026-04-21T22:33:57.494" v="584" actId="26606"/>
          <ac:spMkLst>
            <pc:docMk/>
            <pc:sldMk cId="952373217" sldId="267"/>
            <ac:spMk id="2" creationId="{039C427D-9993-7C9A-396D-D532B3AA4AB5}"/>
          </ac:spMkLst>
        </pc:spChg>
        <pc:spChg chg="ord">
          <ac:chgData name="Maheshwari, Sundeep Kumar" userId="9a962650-e646-43c7-a3a1-e4d97fd204aa" providerId="ADAL" clId="{843F4A8C-F017-416A-8B50-DC29731B04E3}" dt="2026-04-21T21:52:07.284" v="271" actId="26606"/>
          <ac:spMkLst>
            <pc:docMk/>
            <pc:sldMk cId="952373217" sldId="267"/>
            <ac:spMk id="6" creationId="{952AE210-4F30-9A24-1350-E3171D5F6EBF}"/>
          </ac:spMkLst>
        </pc:spChg>
        <pc:spChg chg="del mod">
          <ac:chgData name="Maheshwari, Sundeep Kumar" userId="9a962650-e646-43c7-a3a1-e4d97fd204aa" providerId="ADAL" clId="{843F4A8C-F017-416A-8B50-DC29731B04E3}" dt="2026-04-21T21:45:30.209" v="232" actId="478"/>
          <ac:spMkLst>
            <pc:docMk/>
            <pc:sldMk cId="952373217" sldId="267"/>
            <ac:spMk id="9" creationId="{7C046C77-00DA-EABF-DB6C-A3BA39A36D19}"/>
          </ac:spMkLst>
        </pc:spChg>
        <pc:spChg chg="add del">
          <ac:chgData name="Maheshwari, Sundeep Kumar" userId="9a962650-e646-43c7-a3a1-e4d97fd204aa" providerId="ADAL" clId="{843F4A8C-F017-416A-8B50-DC29731B04E3}" dt="2026-04-21T21:52:07.284" v="271" actId="26606"/>
          <ac:spMkLst>
            <pc:docMk/>
            <pc:sldMk cId="952373217" sldId="267"/>
            <ac:spMk id="11" creationId="{84C75E2B-CACA-478C-B26B-182AF87A18E3}"/>
          </ac:spMkLst>
        </pc:spChg>
        <pc:spChg chg="add">
          <ac:chgData name="Maheshwari, Sundeep Kumar" userId="9a962650-e646-43c7-a3a1-e4d97fd204aa" providerId="ADAL" clId="{843F4A8C-F017-416A-8B50-DC29731B04E3}" dt="2026-04-21T22:33:57.494" v="584" actId="26606"/>
          <ac:spMkLst>
            <pc:docMk/>
            <pc:sldMk cId="952373217" sldId="267"/>
            <ac:spMk id="12" creationId="{84C75E2B-CACA-478C-B26B-182AF87A18E3}"/>
          </ac:spMkLst>
        </pc:spChg>
        <pc:spChg chg="add del">
          <ac:chgData name="Maheshwari, Sundeep Kumar" userId="9a962650-e646-43c7-a3a1-e4d97fd204aa" providerId="ADAL" clId="{843F4A8C-F017-416A-8B50-DC29731B04E3}" dt="2026-04-21T21:51:36.013" v="266" actId="26606"/>
          <ac:spMkLst>
            <pc:docMk/>
            <pc:sldMk cId="952373217" sldId="267"/>
            <ac:spMk id="22" creationId="{84C75E2B-CACA-478C-B26B-182AF87A18E3}"/>
          </ac:spMkLst>
        </pc:spChg>
        <pc:spChg chg="del">
          <ac:chgData name="Maheshwari, Sundeep Kumar" userId="9a962650-e646-43c7-a3a1-e4d97fd204aa" providerId="ADAL" clId="{843F4A8C-F017-416A-8B50-DC29731B04E3}" dt="2026-04-21T21:28:55.983" v="15"/>
          <ac:spMkLst>
            <pc:docMk/>
            <pc:sldMk cId="952373217" sldId="267"/>
            <ac:spMk id="28" creationId="{B6CDA21F-E7AF-4C75-8395-33F58D5B0E45}"/>
          </ac:spMkLst>
        </pc:spChg>
        <pc:spChg chg="add del">
          <ac:chgData name="Maheshwari, Sundeep Kumar" userId="9a962650-e646-43c7-a3a1-e4d97fd204aa" providerId="ADAL" clId="{843F4A8C-F017-416A-8B50-DC29731B04E3}" dt="2026-04-21T21:52:00.934" v="268" actId="26606"/>
          <ac:spMkLst>
            <pc:docMk/>
            <pc:sldMk cId="952373217" sldId="267"/>
            <ac:spMk id="29" creationId="{0CABCAE3-64FC-4149-819F-2C1812824154}"/>
          </ac:spMkLst>
        </pc:spChg>
        <pc:spChg chg="add del">
          <ac:chgData name="Maheshwari, Sundeep Kumar" userId="9a962650-e646-43c7-a3a1-e4d97fd204aa" providerId="ADAL" clId="{843F4A8C-F017-416A-8B50-DC29731B04E3}" dt="2026-04-21T21:52:00.934" v="268" actId="26606"/>
          <ac:spMkLst>
            <pc:docMk/>
            <pc:sldMk cId="952373217" sldId="267"/>
            <ac:spMk id="32" creationId="{36B04CFB-FAE5-47DD-9B3E-4E9BA7A89CC1}"/>
          </ac:spMkLst>
        </pc:spChg>
        <pc:spChg chg="del">
          <ac:chgData name="Maheshwari, Sundeep Kumar" userId="9a962650-e646-43c7-a3a1-e4d97fd204aa" providerId="ADAL" clId="{843F4A8C-F017-416A-8B50-DC29731B04E3}" dt="2026-04-21T21:28:55.983" v="15"/>
          <ac:spMkLst>
            <pc:docMk/>
            <pc:sldMk cId="952373217" sldId="267"/>
            <ac:spMk id="35" creationId="{D5B0017B-2ECA-49AF-B397-DC140825DF8D}"/>
          </ac:spMkLst>
        </pc:spChg>
        <pc:spChg chg="add del">
          <ac:chgData name="Maheshwari, Sundeep Kumar" userId="9a962650-e646-43c7-a3a1-e4d97fd204aa" providerId="ADAL" clId="{843F4A8C-F017-416A-8B50-DC29731B04E3}" dt="2026-04-21T21:52:00.934" v="268" actId="26606"/>
          <ac:spMkLst>
            <pc:docMk/>
            <pc:sldMk cId="952373217" sldId="267"/>
            <ac:spMk id="40" creationId="{622F7FD7-8884-4FD5-95AB-0B5C6033ADF7}"/>
          </ac:spMkLst>
        </pc:spChg>
        <pc:spChg chg="add del">
          <ac:chgData name="Maheshwari, Sundeep Kumar" userId="9a962650-e646-43c7-a3a1-e4d97fd204aa" providerId="ADAL" clId="{843F4A8C-F017-416A-8B50-DC29731B04E3}" dt="2026-04-21T21:52:00.934" v="268" actId="26606"/>
          <ac:spMkLst>
            <pc:docMk/>
            <pc:sldMk cId="952373217" sldId="267"/>
            <ac:spMk id="41" creationId="{2FA7AD0A-1871-4DF8-9235-F49D0513B9C1}"/>
          </ac:spMkLst>
        </pc:spChg>
        <pc:spChg chg="add del">
          <ac:chgData name="Maheshwari, Sundeep Kumar" userId="9a962650-e646-43c7-a3a1-e4d97fd204aa" providerId="ADAL" clId="{843F4A8C-F017-416A-8B50-DC29731B04E3}" dt="2026-04-21T21:52:07.257" v="270" actId="26606"/>
          <ac:spMkLst>
            <pc:docMk/>
            <pc:sldMk cId="952373217" sldId="267"/>
            <ac:spMk id="46" creationId="{0CABCAE3-64FC-4149-819F-2C1812824154}"/>
          </ac:spMkLst>
        </pc:spChg>
        <pc:spChg chg="add del">
          <ac:chgData name="Maheshwari, Sundeep Kumar" userId="9a962650-e646-43c7-a3a1-e4d97fd204aa" providerId="ADAL" clId="{843F4A8C-F017-416A-8B50-DC29731B04E3}" dt="2026-04-21T21:52:07.257" v="270" actId="26606"/>
          <ac:spMkLst>
            <pc:docMk/>
            <pc:sldMk cId="952373217" sldId="267"/>
            <ac:spMk id="50" creationId="{11587617-1CD9-4BB4-8FDB-02547523FBEA}"/>
          </ac:spMkLst>
        </pc:spChg>
        <pc:spChg chg="add del">
          <ac:chgData name="Maheshwari, Sundeep Kumar" userId="9a962650-e646-43c7-a3a1-e4d97fd204aa" providerId="ADAL" clId="{843F4A8C-F017-416A-8B50-DC29731B04E3}" dt="2026-04-21T21:52:07.257" v="270" actId="26606"/>
          <ac:spMkLst>
            <pc:docMk/>
            <pc:sldMk cId="952373217" sldId="267"/>
            <ac:spMk id="51" creationId="{B2359BEA-F467-446B-9ED2-7DE4AE3940C4}"/>
          </ac:spMkLst>
        </pc:spChg>
        <pc:spChg chg="add del">
          <ac:chgData name="Maheshwari, Sundeep Kumar" userId="9a962650-e646-43c7-a3a1-e4d97fd204aa" providerId="ADAL" clId="{843F4A8C-F017-416A-8B50-DC29731B04E3}" dt="2026-04-21T22:31:23.818" v="575"/>
          <ac:spMkLst>
            <pc:docMk/>
            <pc:sldMk cId="952373217" sldId="267"/>
            <ac:spMk id="56" creationId="{84C75E2B-CACA-478C-B26B-182AF87A18E3}"/>
          </ac:spMkLst>
        </pc:spChg>
        <pc:grpChg chg="del">
          <ac:chgData name="Maheshwari, Sundeep Kumar" userId="9a962650-e646-43c7-a3a1-e4d97fd204aa" providerId="ADAL" clId="{843F4A8C-F017-416A-8B50-DC29731B04E3}" dt="2026-04-21T21:28:55.983" v="15"/>
          <ac:grpSpMkLst>
            <pc:docMk/>
            <pc:sldMk cId="952373217" sldId="267"/>
            <ac:grpSpMk id="30" creationId="{AE1C45F0-260A-458C-96ED-C1F6D2151219}"/>
          </ac:grpSpMkLst>
        </pc:grpChg>
        <pc:picChg chg="add del mod">
          <ac:chgData name="Maheshwari, Sundeep Kumar" userId="9a962650-e646-43c7-a3a1-e4d97fd204aa" providerId="ADAL" clId="{843F4A8C-F017-416A-8B50-DC29731B04E3}" dt="2026-04-21T21:49:33.924" v="262" actId="478"/>
          <ac:picMkLst>
            <pc:docMk/>
            <pc:sldMk cId="952373217" sldId="267"/>
            <ac:picMk id="4" creationId="{447C6263-2498-72FE-3531-45130E791B26}"/>
          </ac:picMkLst>
        </pc:picChg>
        <pc:picChg chg="add mod">
          <ac:chgData name="Maheshwari, Sundeep Kumar" userId="9a962650-e646-43c7-a3a1-e4d97fd204aa" providerId="ADAL" clId="{843F4A8C-F017-416A-8B50-DC29731B04E3}" dt="2026-04-21T21:52:07.284" v="271" actId="26606"/>
          <ac:picMkLst>
            <pc:docMk/>
            <pc:sldMk cId="952373217" sldId="267"/>
            <ac:picMk id="7" creationId="{ADDCBDB2-38B0-2BDB-D311-C7C3B58B320E}"/>
          </ac:picMkLst>
        </pc:picChg>
        <pc:picChg chg="add del">
          <ac:chgData name="Maheshwari, Sundeep Kumar" userId="9a962650-e646-43c7-a3a1-e4d97fd204aa" providerId="ADAL" clId="{843F4A8C-F017-416A-8B50-DC29731B04E3}" dt="2026-04-21T21:52:07.284" v="271" actId="26606"/>
          <ac:picMkLst>
            <pc:docMk/>
            <pc:sldMk cId="952373217" sldId="267"/>
            <ac:picMk id="13" creationId="{50FF2874-547C-4D14-9E18-28B19002FB8C}"/>
          </ac:picMkLst>
        </pc:picChg>
        <pc:picChg chg="add">
          <ac:chgData name="Maheshwari, Sundeep Kumar" userId="9a962650-e646-43c7-a3a1-e4d97fd204aa" providerId="ADAL" clId="{843F4A8C-F017-416A-8B50-DC29731B04E3}" dt="2026-04-21T22:33:57.494" v="584" actId="26606"/>
          <ac:picMkLst>
            <pc:docMk/>
            <pc:sldMk cId="952373217" sldId="267"/>
            <ac:picMk id="14" creationId="{50FF2874-547C-4D14-9E18-28B19002FB8C}"/>
          </ac:picMkLst>
        </pc:picChg>
        <pc:picChg chg="add del">
          <ac:chgData name="Maheshwari, Sundeep Kumar" userId="9a962650-e646-43c7-a3a1-e4d97fd204aa" providerId="ADAL" clId="{843F4A8C-F017-416A-8B50-DC29731B04E3}" dt="2026-04-21T21:51:36.013" v="266" actId="26606"/>
          <ac:picMkLst>
            <pc:docMk/>
            <pc:sldMk cId="952373217" sldId="267"/>
            <ac:picMk id="24" creationId="{50FF2874-547C-4D14-9E18-28B19002FB8C}"/>
          </ac:picMkLst>
        </pc:picChg>
        <pc:picChg chg="add del">
          <ac:chgData name="Maheshwari, Sundeep Kumar" userId="9a962650-e646-43c7-a3a1-e4d97fd204aa" providerId="ADAL" clId="{843F4A8C-F017-416A-8B50-DC29731B04E3}" dt="2026-04-21T21:52:00.934" v="268" actId="26606"/>
          <ac:picMkLst>
            <pc:docMk/>
            <pc:sldMk cId="952373217" sldId="267"/>
            <ac:picMk id="31" creationId="{012FDCFE-9AD2-4D8A-8CBF-B3AA37EBF6DD}"/>
          </ac:picMkLst>
        </pc:picChg>
        <pc:picChg chg="add del">
          <ac:chgData name="Maheshwari, Sundeep Kumar" userId="9a962650-e646-43c7-a3a1-e4d97fd204aa" providerId="ADAL" clId="{843F4A8C-F017-416A-8B50-DC29731B04E3}" dt="2026-04-21T21:52:07.257" v="270" actId="26606"/>
          <ac:picMkLst>
            <pc:docMk/>
            <pc:sldMk cId="952373217" sldId="267"/>
            <ac:picMk id="47" creationId="{012FDCFE-9AD2-4D8A-8CBF-B3AA37EBF6DD}"/>
          </ac:picMkLst>
        </pc:picChg>
        <pc:picChg chg="add del">
          <ac:chgData name="Maheshwari, Sundeep Kumar" userId="9a962650-e646-43c7-a3a1-e4d97fd204aa" providerId="ADAL" clId="{843F4A8C-F017-416A-8B50-DC29731B04E3}" dt="2026-04-21T21:52:07.257" v="270" actId="26606"/>
          <ac:picMkLst>
            <pc:docMk/>
            <pc:sldMk cId="952373217" sldId="267"/>
            <ac:picMk id="53" creationId="{CEF18BD6-B169-4CEE-BB3D-71DFD6A8334C}"/>
          </ac:picMkLst>
        </pc:picChg>
        <pc:picChg chg="add del">
          <ac:chgData name="Maheshwari, Sundeep Kumar" userId="9a962650-e646-43c7-a3a1-e4d97fd204aa" providerId="ADAL" clId="{843F4A8C-F017-416A-8B50-DC29731B04E3}" dt="2026-04-21T22:31:23.818" v="575"/>
          <ac:picMkLst>
            <pc:docMk/>
            <pc:sldMk cId="952373217" sldId="267"/>
            <ac:picMk id="57" creationId="{50FF2874-547C-4D14-9E18-28B19002FB8C}"/>
          </ac:picMkLst>
        </pc:picChg>
        <pc:cxnChg chg="add del">
          <ac:chgData name="Maheshwari, Sundeep Kumar" userId="9a962650-e646-43c7-a3a1-e4d97fd204aa" providerId="ADAL" clId="{843F4A8C-F017-416A-8B50-DC29731B04E3}" dt="2026-04-21T21:52:07.284" v="271" actId="26606"/>
          <ac:cxnSpMkLst>
            <pc:docMk/>
            <pc:sldMk cId="952373217" sldId="267"/>
            <ac:cxnSpMk id="15" creationId="{36CF827D-A163-47F7-BD87-34EB4FA7D696}"/>
          </ac:cxnSpMkLst>
        </pc:cxnChg>
        <pc:cxnChg chg="add">
          <ac:chgData name="Maheshwari, Sundeep Kumar" userId="9a962650-e646-43c7-a3a1-e4d97fd204aa" providerId="ADAL" clId="{843F4A8C-F017-416A-8B50-DC29731B04E3}" dt="2026-04-21T22:33:57.494" v="584" actId="26606"/>
          <ac:cxnSpMkLst>
            <pc:docMk/>
            <pc:sldMk cId="952373217" sldId="267"/>
            <ac:cxnSpMk id="16" creationId="{36CF827D-A163-47F7-BD87-34EB4FA7D696}"/>
          </ac:cxnSpMkLst>
        </pc:cxnChg>
        <pc:cxnChg chg="add del">
          <ac:chgData name="Maheshwari, Sundeep Kumar" userId="9a962650-e646-43c7-a3a1-e4d97fd204aa" providerId="ADAL" clId="{843F4A8C-F017-416A-8B50-DC29731B04E3}" dt="2026-04-21T21:52:07.284" v="271" actId="26606"/>
          <ac:cxnSpMkLst>
            <pc:docMk/>
            <pc:sldMk cId="952373217" sldId="267"/>
            <ac:cxnSpMk id="17" creationId="{D299D9A9-1DA8-433D-A9BC-FB48D93D4217}"/>
          </ac:cxnSpMkLst>
        </pc:cxnChg>
        <pc:cxnChg chg="add">
          <ac:chgData name="Maheshwari, Sundeep Kumar" userId="9a962650-e646-43c7-a3a1-e4d97fd204aa" providerId="ADAL" clId="{843F4A8C-F017-416A-8B50-DC29731B04E3}" dt="2026-04-21T22:33:57.494" v="584" actId="26606"/>
          <ac:cxnSpMkLst>
            <pc:docMk/>
            <pc:sldMk cId="952373217" sldId="267"/>
            <ac:cxnSpMk id="18" creationId="{D299D9A9-1DA8-433D-A9BC-FB48D93D4217}"/>
          </ac:cxnSpMkLst>
        </pc:cxnChg>
        <pc:cxnChg chg="add del">
          <ac:chgData name="Maheshwari, Sundeep Kumar" userId="9a962650-e646-43c7-a3a1-e4d97fd204aa" providerId="ADAL" clId="{843F4A8C-F017-416A-8B50-DC29731B04E3}" dt="2026-04-21T21:51:36.013" v="266" actId="26606"/>
          <ac:cxnSpMkLst>
            <pc:docMk/>
            <pc:sldMk cId="952373217" sldId="267"/>
            <ac:cxnSpMk id="26" creationId="{36CF827D-A163-47F7-BD87-34EB4FA7D696}"/>
          </ac:cxnSpMkLst>
        </pc:cxnChg>
        <pc:cxnChg chg="del">
          <ac:chgData name="Maheshwari, Sundeep Kumar" userId="9a962650-e646-43c7-a3a1-e4d97fd204aa" providerId="ADAL" clId="{843F4A8C-F017-416A-8B50-DC29731B04E3}" dt="2026-04-21T21:28:55.983" v="15"/>
          <ac:cxnSpMkLst>
            <pc:docMk/>
            <pc:sldMk cId="952373217" sldId="267"/>
            <ac:cxnSpMk id="37" creationId="{6CF1BAF6-AD41-4082-B212-8A1F9A2E8779}"/>
          </ac:cxnSpMkLst>
        </pc:cxnChg>
        <pc:cxnChg chg="add 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952373217" sldId="267"/>
            <ac:cxnSpMk id="58" creationId="{36CF827D-A163-47F7-BD87-34EB4FA7D696}"/>
          </ac:cxnSpMkLst>
        </pc:cxnChg>
        <pc:cxnChg chg="add 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952373217" sldId="267"/>
            <ac:cxnSpMk id="59" creationId="{D299D9A9-1DA8-433D-A9BC-FB48D93D4217}"/>
          </ac:cxnSpMkLst>
        </pc:cxnChg>
      </pc:sldChg>
      <pc:sldChg chg="delSp delDesignElem">
        <pc:chgData name="Maheshwari, Sundeep Kumar" userId="9a962650-e646-43c7-a3a1-e4d97fd204aa" providerId="ADAL" clId="{843F4A8C-F017-416A-8B50-DC29731B04E3}" dt="2026-04-21T21:28:55.983" v="15"/>
        <pc:sldMkLst>
          <pc:docMk/>
          <pc:sldMk cId="2099176095" sldId="268"/>
        </pc:sldMkLst>
        <pc:spChg chg="del">
          <ac:chgData name="Maheshwari, Sundeep Kumar" userId="9a962650-e646-43c7-a3a1-e4d97fd204aa" providerId="ADAL" clId="{843F4A8C-F017-416A-8B50-DC29731B04E3}" dt="2026-04-21T21:28:55.983" v="15"/>
          <ac:spMkLst>
            <pc:docMk/>
            <pc:sldMk cId="2099176095" sldId="268"/>
            <ac:spMk id="28" creationId="{1C0073EF-56BE-DCF1-45BE-61822B0A9ECD}"/>
          </ac:spMkLst>
        </pc:spChg>
        <pc:spChg chg="del">
          <ac:chgData name="Maheshwari, Sundeep Kumar" userId="9a962650-e646-43c7-a3a1-e4d97fd204aa" providerId="ADAL" clId="{843F4A8C-F017-416A-8B50-DC29731B04E3}" dt="2026-04-21T21:28:55.983" v="15"/>
          <ac:spMkLst>
            <pc:docMk/>
            <pc:sldMk cId="2099176095" sldId="268"/>
            <ac:spMk id="35" creationId="{3661DA58-F8EA-3C70-3C6C-F220997C66E5}"/>
          </ac:spMkLst>
        </pc:spChg>
        <pc:grpChg chg="del">
          <ac:chgData name="Maheshwari, Sundeep Kumar" userId="9a962650-e646-43c7-a3a1-e4d97fd204aa" providerId="ADAL" clId="{843F4A8C-F017-416A-8B50-DC29731B04E3}" dt="2026-04-21T21:28:55.983" v="15"/>
          <ac:grpSpMkLst>
            <pc:docMk/>
            <pc:sldMk cId="2099176095" sldId="268"/>
            <ac:grpSpMk id="30" creationId="{573FEA74-ACDA-661E-372A-E4F0631C295D}"/>
          </ac:grpSpMkLst>
        </pc:grpChg>
        <pc:cxnChg chg="del">
          <ac:chgData name="Maheshwari, Sundeep Kumar" userId="9a962650-e646-43c7-a3a1-e4d97fd204aa" providerId="ADAL" clId="{843F4A8C-F017-416A-8B50-DC29731B04E3}" dt="2026-04-21T21:28:55.983" v="15"/>
          <ac:cxnSpMkLst>
            <pc:docMk/>
            <pc:sldMk cId="2099176095" sldId="268"/>
            <ac:cxnSpMk id="37" creationId="{281AD181-1887-F7FD-1C41-3A8043C1DCD0}"/>
          </ac:cxnSpMkLst>
        </pc:cxnChg>
      </pc:sldChg>
      <pc:sldChg chg="addSp delSp modSp add mod setBg">
        <pc:chgData name="Maheshwari, Sundeep Kumar" userId="9a962650-e646-43c7-a3a1-e4d97fd204aa" providerId="ADAL" clId="{843F4A8C-F017-416A-8B50-DC29731B04E3}" dt="2026-04-21T22:32:32.034" v="581" actId="26606"/>
        <pc:sldMkLst>
          <pc:docMk/>
          <pc:sldMk cId="3667500788" sldId="269"/>
        </pc:sldMkLst>
        <pc:spChg chg="mod">
          <ac:chgData name="Maheshwari, Sundeep Kumar" userId="9a962650-e646-43c7-a3a1-e4d97fd204aa" providerId="ADAL" clId="{843F4A8C-F017-416A-8B50-DC29731B04E3}" dt="2026-04-21T22:32:32.034" v="581" actId="26606"/>
          <ac:spMkLst>
            <pc:docMk/>
            <pc:sldMk cId="3667500788" sldId="269"/>
            <ac:spMk id="2" creationId="{C9E6C5B6-005D-A150-50B5-248773B88F86}"/>
          </ac:spMkLst>
        </pc:spChg>
        <pc:spChg chg="add del mod">
          <ac:chgData name="Maheshwari, Sundeep Kumar" userId="9a962650-e646-43c7-a3a1-e4d97fd204aa" providerId="ADAL" clId="{843F4A8C-F017-416A-8B50-DC29731B04E3}" dt="2026-04-21T22:32:32.034" v="581" actId="26606"/>
          <ac:spMkLst>
            <pc:docMk/>
            <pc:sldMk cId="3667500788" sldId="269"/>
            <ac:spMk id="3" creationId="{66072C8A-0A02-6AF5-9F95-CD3A918E4FFF}"/>
          </ac:spMkLst>
        </pc:spChg>
        <pc:spChg chg="add del">
          <ac:chgData name="Maheshwari, Sundeep Kumar" userId="9a962650-e646-43c7-a3a1-e4d97fd204aa" providerId="ADAL" clId="{843F4A8C-F017-416A-8B50-DC29731B04E3}" dt="2026-04-21T22:32:32" v="580" actId="26606"/>
          <ac:spMkLst>
            <pc:docMk/>
            <pc:sldMk cId="3667500788" sldId="269"/>
            <ac:spMk id="8" creationId="{29C51009-A09A-4689-8E6C-F8FC99E6A840}"/>
          </ac:spMkLst>
        </pc:spChg>
        <pc:spChg chg="add del">
          <ac:chgData name="Maheshwari, Sundeep Kumar" userId="9a962650-e646-43c7-a3a1-e4d97fd204aa" providerId="ADAL" clId="{843F4A8C-F017-416A-8B50-DC29731B04E3}" dt="2026-04-21T22:12:53.557" v="407" actId="26606"/>
          <ac:spMkLst>
            <pc:docMk/>
            <pc:sldMk cId="3667500788" sldId="269"/>
            <ac:spMk id="9" creationId="{77980C74-AF2A-4450-847A-E743B22A26C6}"/>
          </ac:spMkLst>
        </pc:spChg>
        <pc:spChg chg="add del">
          <ac:chgData name="Maheshwari, Sundeep Kumar" userId="9a962650-e646-43c7-a3a1-e4d97fd204aa" providerId="ADAL" clId="{843F4A8C-F017-416A-8B50-DC29731B04E3}" dt="2026-04-21T22:12:53.557" v="407" actId="26606"/>
          <ac:spMkLst>
            <pc:docMk/>
            <pc:sldMk cId="3667500788" sldId="269"/>
            <ac:spMk id="13" creationId="{698C92D5-DA82-49A4-B257-78C3125FA231}"/>
          </ac:spMkLst>
        </pc:spChg>
        <pc:graphicFrameChg chg="add mod">
          <ac:chgData name="Maheshwari, Sundeep Kumar" userId="9a962650-e646-43c7-a3a1-e4d97fd204aa" providerId="ADAL" clId="{843F4A8C-F017-416A-8B50-DC29731B04E3}" dt="2026-04-21T21:37:44.900" v="101"/>
          <ac:graphicFrameMkLst>
            <pc:docMk/>
            <pc:sldMk cId="3667500788" sldId="269"/>
            <ac:graphicFrameMk id="4" creationId="{922BFA51-3D03-5E24-44EA-4F6E2527D1CD}"/>
          </ac:graphicFrameMkLst>
        </pc:graphicFrameChg>
        <pc:graphicFrameChg chg="add del mod">
          <ac:chgData name="Maheshwari, Sundeep Kumar" userId="9a962650-e646-43c7-a3a1-e4d97fd204aa" providerId="ADAL" clId="{843F4A8C-F017-416A-8B50-DC29731B04E3}" dt="2026-04-21T21:38:26.685" v="110" actId="478"/>
          <ac:graphicFrameMkLst>
            <pc:docMk/>
            <pc:sldMk cId="3667500788" sldId="269"/>
            <ac:graphicFrameMk id="5" creationId="{5B84D5A6-E7C4-1698-B6C0-151E83E15C32}"/>
          </ac:graphicFrameMkLst>
        </pc:graphicFrameChg>
        <pc:graphicFrameChg chg="add del">
          <ac:chgData name="Maheshwari, Sundeep Kumar" userId="9a962650-e646-43c7-a3a1-e4d97fd204aa" providerId="ADAL" clId="{843F4A8C-F017-416A-8B50-DC29731B04E3}" dt="2026-04-21T22:12:53.557" v="407" actId="26606"/>
          <ac:graphicFrameMkLst>
            <pc:docMk/>
            <pc:sldMk cId="3667500788" sldId="269"/>
            <ac:graphicFrameMk id="6" creationId="{BD185EC1-4E0A-6DB4-31DA-8A319B5477E2}"/>
          </ac:graphicFrameMkLst>
        </pc:graphicFrameChg>
        <pc:graphicFrameChg chg="add">
          <ac:chgData name="Maheshwari, Sundeep Kumar" userId="9a962650-e646-43c7-a3a1-e4d97fd204aa" providerId="ADAL" clId="{843F4A8C-F017-416A-8B50-DC29731B04E3}" dt="2026-04-21T22:32:32.034" v="581" actId="26606"/>
          <ac:graphicFrameMkLst>
            <pc:docMk/>
            <pc:sldMk cId="3667500788" sldId="269"/>
            <ac:graphicFrameMk id="12" creationId="{BAD1D533-E152-C073-AE59-15BBEC90E8CF}"/>
          </ac:graphicFrameMkLst>
        </pc:graphicFrameChg>
        <pc:cxnChg chg="add del">
          <ac:chgData name="Maheshwari, Sundeep Kumar" userId="9a962650-e646-43c7-a3a1-e4d97fd204aa" providerId="ADAL" clId="{843F4A8C-F017-416A-8B50-DC29731B04E3}" dt="2026-04-21T22:32:32" v="580" actId="26606"/>
          <ac:cxnSpMkLst>
            <pc:docMk/>
            <pc:sldMk cId="3667500788" sldId="269"/>
            <ac:cxnSpMk id="10" creationId="{9EC65442-F244-409C-BF44-C5D6472E810A}"/>
          </ac:cxnSpMkLst>
        </pc:cxnChg>
        <pc:cxnChg chg="add del">
          <ac:chgData name="Maheshwari, Sundeep Kumar" userId="9a962650-e646-43c7-a3a1-e4d97fd204aa" providerId="ADAL" clId="{843F4A8C-F017-416A-8B50-DC29731B04E3}" dt="2026-04-21T22:12:53.557" v="407" actId="26606"/>
          <ac:cxnSpMkLst>
            <pc:docMk/>
            <pc:sldMk cId="3667500788" sldId="269"/>
            <ac:cxnSpMk id="11" creationId="{E9CE1AD2-68C8-4D23-BCA6-A6714F325DAF}"/>
          </ac:cxnSpMkLst>
        </pc:cxnChg>
      </pc:sldChg>
      <pc:sldChg chg="addSp delSp modSp new add del mod setBg delDesignElem">
        <pc:chgData name="Maheshwari, Sundeep Kumar" userId="9a962650-e646-43c7-a3a1-e4d97fd204aa" providerId="ADAL" clId="{843F4A8C-F017-416A-8B50-DC29731B04E3}" dt="2026-04-21T22:31:23.818" v="575"/>
        <pc:sldMkLst>
          <pc:docMk/>
          <pc:sldMk cId="2789664691" sldId="270"/>
        </pc:sldMkLst>
        <pc:spChg chg="mod">
          <ac:chgData name="Maheshwari, Sundeep Kumar" userId="9a962650-e646-43c7-a3a1-e4d97fd204aa" providerId="ADAL" clId="{843F4A8C-F017-416A-8B50-DC29731B04E3}" dt="2026-04-21T22:12:52.830" v="406" actId="26606"/>
          <ac:spMkLst>
            <pc:docMk/>
            <pc:sldMk cId="2789664691" sldId="270"/>
            <ac:spMk id="2" creationId="{AEEEDB43-290F-3CA3-CA78-0A107F89D6BB}"/>
          </ac:spMkLst>
        </pc:spChg>
        <pc:spChg chg="add del mod">
          <ac:chgData name="Maheshwari, Sundeep Kumar" userId="9a962650-e646-43c7-a3a1-e4d97fd204aa" providerId="ADAL" clId="{843F4A8C-F017-416A-8B50-DC29731B04E3}" dt="2026-04-21T21:41:37.206" v="188" actId="26606"/>
          <ac:spMkLst>
            <pc:docMk/>
            <pc:sldMk cId="2789664691" sldId="270"/>
            <ac:spMk id="3" creationId="{202D86EA-4F9A-3D6D-22DB-C9B98959E11E}"/>
          </ac:spMkLst>
        </pc:spChg>
        <pc:spChg chg="add del mod">
          <ac:chgData name="Maheshwari, Sundeep Kumar" userId="9a962650-e646-43c7-a3a1-e4d97fd204aa" providerId="ADAL" clId="{843F4A8C-F017-416A-8B50-DC29731B04E3}" dt="2026-04-21T21:47:16.820" v="246" actId="478"/>
          <ac:spMkLst>
            <pc:docMk/>
            <pc:sldMk cId="2789664691" sldId="270"/>
            <ac:spMk id="6" creationId="{C743903A-68C0-715E-C7F2-884A55E113A0}"/>
          </ac:spMkLst>
        </pc:spChg>
        <pc:spChg chg="add del">
          <ac:chgData name="Maheshwari, Sundeep Kumar" userId="9a962650-e646-43c7-a3a1-e4d97fd204aa" providerId="ADAL" clId="{843F4A8C-F017-416A-8B50-DC29731B04E3}" dt="2026-04-21T22:12:39.801" v="400" actId="26606"/>
          <ac:spMkLst>
            <pc:docMk/>
            <pc:sldMk cId="2789664691" sldId="270"/>
            <ac:spMk id="7" creationId="{5E1F4DBB-EDCB-4A36-BAC5-52F39918F33A}"/>
          </ac:spMkLst>
        </pc:spChg>
        <pc:spChg chg="add del">
          <ac:chgData name="Maheshwari, Sundeep Kumar" userId="9a962650-e646-43c7-a3a1-e4d97fd204aa" providerId="ADAL" clId="{843F4A8C-F017-416A-8B50-DC29731B04E3}" dt="2026-04-21T21:41:37.191" v="187" actId="26606"/>
          <ac:spMkLst>
            <pc:docMk/>
            <pc:sldMk cId="2789664691" sldId="270"/>
            <ac:spMk id="9" creationId="{0CABCAE3-64FC-4149-819F-2C1812824154}"/>
          </ac:spMkLst>
        </pc:spChg>
        <pc:spChg chg="add del">
          <ac:chgData name="Maheshwari, Sundeep Kumar" userId="9a962650-e646-43c7-a3a1-e4d97fd204aa" providerId="ADAL" clId="{843F4A8C-F017-416A-8B50-DC29731B04E3}" dt="2026-04-21T22:12:39.801" v="400" actId="26606"/>
          <ac:spMkLst>
            <pc:docMk/>
            <pc:sldMk cId="2789664691" sldId="270"/>
            <ac:spMk id="16" creationId="{64131641-2BD7-497D-B346-BCFCF1998B4C}"/>
          </ac:spMkLst>
        </pc:spChg>
        <pc:spChg chg="add del">
          <ac:chgData name="Maheshwari, Sundeep Kumar" userId="9a962650-e646-43c7-a3a1-e4d97fd204aa" providerId="ADAL" clId="{843F4A8C-F017-416A-8B50-DC29731B04E3}" dt="2026-04-21T21:41:37.191" v="187" actId="26606"/>
          <ac:spMkLst>
            <pc:docMk/>
            <pc:sldMk cId="2789664691" sldId="270"/>
            <ac:spMk id="17" creationId="{2FA7AD0A-1871-4DF8-9235-F49D0513B9C1}"/>
          </ac:spMkLst>
        </pc:spChg>
        <pc:spChg chg="add del">
          <ac:chgData name="Maheshwari, Sundeep Kumar" userId="9a962650-e646-43c7-a3a1-e4d97fd204aa" providerId="ADAL" clId="{843F4A8C-F017-416A-8B50-DC29731B04E3}" dt="2026-04-21T22:12:39.801" v="400" actId="26606"/>
          <ac:spMkLst>
            <pc:docMk/>
            <pc:sldMk cId="2789664691" sldId="270"/>
            <ac:spMk id="18" creationId="{032E0BA9-2567-44E9-AC56-4E30814D85D1}"/>
          </ac:spMkLst>
        </pc:spChg>
        <pc:spChg chg="add del">
          <ac:chgData name="Maheshwari, Sundeep Kumar" userId="9a962650-e646-43c7-a3a1-e4d97fd204aa" providerId="ADAL" clId="{843F4A8C-F017-416A-8B50-DC29731B04E3}" dt="2026-04-21T21:41:37.191" v="187" actId="26606"/>
          <ac:spMkLst>
            <pc:docMk/>
            <pc:sldMk cId="2789664691" sldId="270"/>
            <ac:spMk id="19" creationId="{36B04CFB-FAE5-47DD-9B3E-4E9BA7A89CC1}"/>
          </ac:spMkLst>
        </pc:spChg>
        <pc:spChg chg="add del">
          <ac:chgData name="Maheshwari, Sundeep Kumar" userId="9a962650-e646-43c7-a3a1-e4d97fd204aa" providerId="ADAL" clId="{843F4A8C-F017-416A-8B50-DC29731B04E3}" dt="2026-04-21T21:41:37.191" v="187" actId="26606"/>
          <ac:spMkLst>
            <pc:docMk/>
            <pc:sldMk cId="2789664691" sldId="270"/>
            <ac:spMk id="27" creationId="{622F7FD7-8884-4FD5-95AB-0B5C6033ADF7}"/>
          </ac:spMkLst>
        </pc:spChg>
        <pc:spChg chg="add del">
          <ac:chgData name="Maheshwari, Sundeep Kumar" userId="9a962650-e646-43c7-a3a1-e4d97fd204aa" providerId="ADAL" clId="{843F4A8C-F017-416A-8B50-DC29731B04E3}" dt="2026-04-21T22:12:46.548" v="402" actId="26606"/>
          <ac:spMkLst>
            <pc:docMk/>
            <pc:sldMk cId="2789664691" sldId="270"/>
            <ac:spMk id="30" creationId="{5E1F4DBB-EDCB-4A36-BAC5-52F39918F33A}"/>
          </ac:spMkLst>
        </pc:spChg>
        <pc:spChg chg="add del">
          <ac:chgData name="Maheshwari, Sundeep Kumar" userId="9a962650-e646-43c7-a3a1-e4d97fd204aa" providerId="ADAL" clId="{843F4A8C-F017-416A-8B50-DC29731B04E3}" dt="2026-04-21T22:31:23.818" v="575"/>
          <ac:spMkLst>
            <pc:docMk/>
            <pc:sldMk cId="2789664691" sldId="270"/>
            <ac:spMk id="33" creationId="{84C75E2B-CACA-478C-B26B-182AF87A18E3}"/>
          </ac:spMkLst>
        </pc:spChg>
        <pc:spChg chg="add del">
          <ac:chgData name="Maheshwari, Sundeep Kumar" userId="9a962650-e646-43c7-a3a1-e4d97fd204aa" providerId="ADAL" clId="{843F4A8C-F017-416A-8B50-DC29731B04E3}" dt="2026-04-21T22:12:48.117" v="404" actId="26606"/>
          <ac:spMkLst>
            <pc:docMk/>
            <pc:sldMk cId="2789664691" sldId="270"/>
            <ac:spMk id="40" creationId="{4568A54B-9065-40B2-8753-8E0288E828A3}"/>
          </ac:spMkLst>
        </pc:spChg>
        <pc:spChg chg="add del">
          <ac:chgData name="Maheshwari, Sundeep Kumar" userId="9a962650-e646-43c7-a3a1-e4d97fd204aa" providerId="ADAL" clId="{843F4A8C-F017-416A-8B50-DC29731B04E3}" dt="2026-04-21T21:47:13.076" v="242" actId="26606"/>
          <ac:spMkLst>
            <pc:docMk/>
            <pc:sldMk cId="2789664691" sldId="270"/>
            <ac:spMk id="41" creationId="{84C75E2B-CACA-478C-B26B-182AF87A18E3}"/>
          </ac:spMkLst>
        </pc:spChg>
        <pc:spChg chg="add del">
          <ac:chgData name="Maheshwari, Sundeep Kumar" userId="9a962650-e646-43c7-a3a1-e4d97fd204aa" providerId="ADAL" clId="{843F4A8C-F017-416A-8B50-DC29731B04E3}" dt="2026-04-21T22:12:48.117" v="404" actId="26606"/>
          <ac:spMkLst>
            <pc:docMk/>
            <pc:sldMk cId="2789664691" sldId="270"/>
            <ac:spMk id="44" creationId="{A2BED43D-FF5E-4233-9D4F-A509B56034A5}"/>
          </ac:spMkLst>
        </pc:spChg>
        <pc:spChg chg="add del">
          <ac:chgData name="Maheshwari, Sundeep Kumar" userId="9a962650-e646-43c7-a3a1-e4d97fd204aa" providerId="ADAL" clId="{843F4A8C-F017-416A-8B50-DC29731B04E3}" dt="2026-04-21T22:12:48.117" v="404" actId="26606"/>
          <ac:spMkLst>
            <pc:docMk/>
            <pc:sldMk cId="2789664691" sldId="270"/>
            <ac:spMk id="46" creationId="{66F31D33-83C7-FDEE-F605-23CCE52EF2B0}"/>
          </ac:spMkLst>
        </pc:spChg>
        <pc:spChg chg="add del">
          <ac:chgData name="Maheshwari, Sundeep Kumar" userId="9a962650-e646-43c7-a3a1-e4d97fd204aa" providerId="ADAL" clId="{843F4A8C-F017-416A-8B50-DC29731B04E3}" dt="2026-04-21T22:12:52.830" v="406" actId="26606"/>
          <ac:spMkLst>
            <pc:docMk/>
            <pc:sldMk cId="2789664691" sldId="270"/>
            <ac:spMk id="51" creationId="{C924BAB9-EE2C-46A3-AF36-00EDF0DBFF04}"/>
          </ac:spMkLst>
        </pc:spChg>
        <pc:grpChg chg="add del">
          <ac:chgData name="Maheshwari, Sundeep Kumar" userId="9a962650-e646-43c7-a3a1-e4d97fd204aa" providerId="ADAL" clId="{843F4A8C-F017-416A-8B50-DC29731B04E3}" dt="2026-04-21T22:12:39.801" v="400" actId="26606"/>
          <ac:grpSpMkLst>
            <pc:docMk/>
            <pc:sldMk cId="2789664691" sldId="270"/>
            <ac:grpSpMk id="20" creationId="{6CE19303-38E4-4DEA-9179-570616740732}"/>
          </ac:grpSpMkLst>
        </pc:grpChg>
        <pc:grpChg chg="add del">
          <ac:chgData name="Maheshwari, Sundeep Kumar" userId="9a962650-e646-43c7-a3a1-e4d97fd204aa" providerId="ADAL" clId="{843F4A8C-F017-416A-8B50-DC29731B04E3}" dt="2026-04-21T21:41:37.191" v="187" actId="26606"/>
          <ac:grpSpMkLst>
            <pc:docMk/>
            <pc:sldMk cId="2789664691" sldId="270"/>
            <ac:grpSpMk id="23" creationId="{E8ACF89C-CFC3-4D68-B3C4-2BEFB7BBE5F7}"/>
          </ac:grpSpMkLst>
        </pc:grpChg>
        <pc:grpChg chg="add del">
          <ac:chgData name="Maheshwari, Sundeep Kumar" userId="9a962650-e646-43c7-a3a1-e4d97fd204aa" providerId="ADAL" clId="{843F4A8C-F017-416A-8B50-DC29731B04E3}" dt="2026-04-21T22:12:52.830" v="406" actId="26606"/>
          <ac:grpSpMkLst>
            <pc:docMk/>
            <pc:sldMk cId="2789664691" sldId="270"/>
            <ac:grpSpMk id="52" creationId="{96666FD6-9A34-491A-B647-2652CD1F307B}"/>
          </ac:grpSpMkLst>
        </pc:grpChg>
        <pc:picChg chg="add del mod">
          <ac:chgData name="Maheshwari, Sundeep Kumar" userId="9a962650-e646-43c7-a3a1-e4d97fd204aa" providerId="ADAL" clId="{843F4A8C-F017-416A-8B50-DC29731B04E3}" dt="2026-04-21T22:12:52.830" v="406" actId="26606"/>
          <ac:picMkLst>
            <pc:docMk/>
            <pc:sldMk cId="2789664691" sldId="270"/>
            <ac:picMk id="4" creationId="{B48369E3-EC0B-E5FB-313D-43D05FE2FA4F}"/>
          </ac:picMkLst>
        </pc:picChg>
        <pc:picChg chg="add del mod">
          <ac:chgData name="Maheshwari, Sundeep Kumar" userId="9a962650-e646-43c7-a3a1-e4d97fd204aa" providerId="ADAL" clId="{843F4A8C-F017-416A-8B50-DC29731B04E3}" dt="2026-04-21T21:47:15.403" v="245" actId="22"/>
          <ac:picMkLst>
            <pc:docMk/>
            <pc:sldMk cId="2789664691" sldId="270"/>
            <ac:picMk id="8" creationId="{FD67DBF6-4456-A0AC-3672-AA366F8CBC69}"/>
          </ac:picMkLst>
        </pc:picChg>
        <pc:picChg chg="add del">
          <ac:chgData name="Maheshwari, Sundeep Kumar" userId="9a962650-e646-43c7-a3a1-e4d97fd204aa" providerId="ADAL" clId="{843F4A8C-F017-416A-8B50-DC29731B04E3}" dt="2026-04-21T22:12:39.801" v="400" actId="26606"/>
          <ac:picMkLst>
            <pc:docMk/>
            <pc:sldMk cId="2789664691" sldId="270"/>
            <ac:picMk id="10" creationId="{5752FDBF-2103-408B-86DF-5390B4002D74}"/>
          </ac:picMkLst>
        </pc:picChg>
        <pc:picChg chg="add del">
          <ac:chgData name="Maheshwari, Sundeep Kumar" userId="9a962650-e646-43c7-a3a1-e4d97fd204aa" providerId="ADAL" clId="{843F4A8C-F017-416A-8B50-DC29731B04E3}" dt="2026-04-21T21:41:37.191" v="187" actId="26606"/>
          <ac:picMkLst>
            <pc:docMk/>
            <pc:sldMk cId="2789664691" sldId="270"/>
            <ac:picMk id="11" creationId="{012FDCFE-9AD2-4D8A-8CBF-B3AA37EBF6DD}"/>
          </ac:picMkLst>
        </pc:picChg>
        <pc:picChg chg="add del">
          <ac:chgData name="Maheshwari, Sundeep Kumar" userId="9a962650-e646-43c7-a3a1-e4d97fd204aa" providerId="ADAL" clId="{843F4A8C-F017-416A-8B50-DC29731B04E3}" dt="2026-04-21T22:12:39.801" v="400" actId="26606"/>
          <ac:picMkLst>
            <pc:docMk/>
            <pc:sldMk cId="2789664691" sldId="270"/>
            <ac:picMk id="26" creationId="{6123F008-98B0-40DA-9E1A-210E136C6962}"/>
          </ac:picMkLst>
        </pc:picChg>
        <pc:picChg chg="add del">
          <ac:chgData name="Maheshwari, Sundeep Kumar" userId="9a962650-e646-43c7-a3a1-e4d97fd204aa" providerId="ADAL" clId="{843F4A8C-F017-416A-8B50-DC29731B04E3}" dt="2026-04-21T21:41:37.191" v="187" actId="26606"/>
          <ac:picMkLst>
            <pc:docMk/>
            <pc:sldMk cId="2789664691" sldId="270"/>
            <ac:picMk id="29" creationId="{16EFE474-4FE0-4E8F-8F09-5ED2C9E76A84}"/>
          </ac:picMkLst>
        </pc:picChg>
        <pc:picChg chg="add del">
          <ac:chgData name="Maheshwari, Sundeep Kumar" userId="9a962650-e646-43c7-a3a1-e4d97fd204aa" providerId="ADAL" clId="{843F4A8C-F017-416A-8B50-DC29731B04E3}" dt="2026-04-21T22:12:46.548" v="402" actId="26606"/>
          <ac:picMkLst>
            <pc:docMk/>
            <pc:sldMk cId="2789664691" sldId="270"/>
            <ac:picMk id="32" creationId="{5752FDBF-2103-408B-86DF-5390B4002D74}"/>
          </ac:picMkLst>
        </pc:picChg>
        <pc:picChg chg="add del">
          <ac:chgData name="Maheshwari, Sundeep Kumar" userId="9a962650-e646-43c7-a3a1-e4d97fd204aa" providerId="ADAL" clId="{843F4A8C-F017-416A-8B50-DC29731B04E3}" dt="2026-04-21T22:31:23.818" v="575"/>
          <ac:picMkLst>
            <pc:docMk/>
            <pc:sldMk cId="2789664691" sldId="270"/>
            <ac:picMk id="34" creationId="{50FF2874-547C-4D14-9E18-28B19002FB8C}"/>
          </ac:picMkLst>
        </pc:picChg>
        <pc:picChg chg="add del">
          <ac:chgData name="Maheshwari, Sundeep Kumar" userId="9a962650-e646-43c7-a3a1-e4d97fd204aa" providerId="ADAL" clId="{843F4A8C-F017-416A-8B50-DC29731B04E3}" dt="2026-04-21T21:47:13.076" v="242" actId="26606"/>
          <ac:picMkLst>
            <pc:docMk/>
            <pc:sldMk cId="2789664691" sldId="270"/>
            <ac:picMk id="43" creationId="{50FF2874-547C-4D14-9E18-28B19002FB8C}"/>
          </ac:picMkLst>
        </pc:picChg>
        <pc:picChg chg="add del">
          <ac:chgData name="Maheshwari, Sundeep Kumar" userId="9a962650-e646-43c7-a3a1-e4d97fd204aa" providerId="ADAL" clId="{843F4A8C-F017-416A-8B50-DC29731B04E3}" dt="2026-04-21T22:12:48.117" v="404" actId="26606"/>
          <ac:picMkLst>
            <pc:docMk/>
            <pc:sldMk cId="2789664691" sldId="270"/>
            <ac:picMk id="48" creationId="{051D0F8B-A6FE-4009-88A1-49ABE7CEF2AC}"/>
          </ac:picMkLst>
        </pc:picChg>
        <pc:cxnChg chg="add del">
          <ac:chgData name="Maheshwari, Sundeep Kumar" userId="9a962650-e646-43c7-a3a1-e4d97fd204aa" providerId="ADAL" clId="{843F4A8C-F017-416A-8B50-DC29731B04E3}" dt="2026-04-21T22:12:39.801" v="400" actId="26606"/>
          <ac:cxnSpMkLst>
            <pc:docMk/>
            <pc:sldMk cId="2789664691" sldId="270"/>
            <ac:cxnSpMk id="12" creationId="{2BFCFFBB-E11F-4217-B830-5A44E40B5081}"/>
          </ac:cxnSpMkLst>
        </pc:cxnChg>
        <pc:cxnChg chg="add">
          <ac:chgData name="Maheshwari, Sundeep Kumar" userId="9a962650-e646-43c7-a3a1-e4d97fd204aa" providerId="ADAL" clId="{843F4A8C-F017-416A-8B50-DC29731B04E3}" dt="2026-04-21T22:12:38.566" v="399" actId="26606"/>
          <ac:cxnSpMkLst>
            <pc:docMk/>
            <pc:sldMk cId="2789664691" sldId="270"/>
            <ac:cxnSpMk id="14" creationId="{6F83C12D-BC4E-439F-9A67-2A67EFC9212F}"/>
          </ac:cxnSpMkLst>
        </pc:cxnChg>
        <pc:cxnChg chg="del">
          <ac:chgData name="Maheshwari, Sundeep Kumar" userId="9a962650-e646-43c7-a3a1-e4d97fd204aa" providerId="ADAL" clId="{843F4A8C-F017-416A-8B50-DC29731B04E3}" dt="2026-04-21T22:12:39.801" v="400" actId="26606"/>
          <ac:cxnSpMkLst>
            <pc:docMk/>
            <pc:sldMk cId="2789664691" sldId="270"/>
            <ac:cxnSpMk id="25" creationId="{FE6CB07F-A1F5-4F6C-8E7E-C8B5257DE2C6}"/>
          </ac:cxnSpMkLst>
        </pc:cxnChg>
        <pc:cxnChg chg="add 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2789664691" sldId="270"/>
            <ac:cxnSpMk id="35" creationId="{36CF827D-A163-47F7-BD87-34EB4FA7D696}"/>
          </ac:cxnSpMkLst>
        </pc:cxnChg>
        <pc:cxnChg chg="add 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2789664691" sldId="270"/>
            <ac:cxnSpMk id="36" creationId="{D299D9A9-1DA8-433D-A9BC-FB48D93D4217}"/>
          </ac:cxnSpMkLst>
        </pc:cxnChg>
        <pc:cxnChg chg="add del">
          <ac:chgData name="Maheshwari, Sundeep Kumar" userId="9a962650-e646-43c7-a3a1-e4d97fd204aa" providerId="ADAL" clId="{843F4A8C-F017-416A-8B50-DC29731B04E3}" dt="2026-04-21T22:12:46.548" v="402" actId="26606"/>
          <ac:cxnSpMkLst>
            <pc:docMk/>
            <pc:sldMk cId="2789664691" sldId="270"/>
            <ac:cxnSpMk id="37" creationId="{2BFCFFBB-E11F-4217-B830-5A44E40B5081}"/>
          </ac:cxnSpMkLst>
        </pc:cxnChg>
        <pc:cxnChg chg="add del">
          <ac:chgData name="Maheshwari, Sundeep Kumar" userId="9a962650-e646-43c7-a3a1-e4d97fd204aa" providerId="ADAL" clId="{843F4A8C-F017-416A-8B50-DC29731B04E3}" dt="2026-04-21T22:12:46.548" v="402" actId="26606"/>
          <ac:cxnSpMkLst>
            <pc:docMk/>
            <pc:sldMk cId="2789664691" sldId="270"/>
            <ac:cxnSpMk id="38" creationId="{6F83C12D-BC4E-439F-9A67-2A67EFC9212F}"/>
          </ac:cxnSpMkLst>
        </pc:cxnChg>
        <pc:cxnChg chg="add del">
          <ac:chgData name="Maheshwari, Sundeep Kumar" userId="9a962650-e646-43c7-a3a1-e4d97fd204aa" providerId="ADAL" clId="{843F4A8C-F017-416A-8B50-DC29731B04E3}" dt="2026-04-21T22:12:48.117" v="404" actId="26606"/>
          <ac:cxnSpMkLst>
            <pc:docMk/>
            <pc:sldMk cId="2789664691" sldId="270"/>
            <ac:cxnSpMk id="42" creationId="{515F3B72-790F-4B1A-90DE-5EC31C829B9E}"/>
          </ac:cxnSpMkLst>
        </pc:cxnChg>
        <pc:cxnChg chg="add del">
          <ac:chgData name="Maheshwari, Sundeep Kumar" userId="9a962650-e646-43c7-a3a1-e4d97fd204aa" providerId="ADAL" clId="{843F4A8C-F017-416A-8B50-DC29731B04E3}" dt="2026-04-21T21:47:13.076" v="242" actId="26606"/>
          <ac:cxnSpMkLst>
            <pc:docMk/>
            <pc:sldMk cId="2789664691" sldId="270"/>
            <ac:cxnSpMk id="47" creationId="{D299D9A9-1DA8-433D-A9BC-FB48D93D4217}"/>
          </ac:cxnSpMkLst>
        </pc:cxnChg>
        <pc:cxnChg chg="add del">
          <ac:chgData name="Maheshwari, Sundeep Kumar" userId="9a962650-e646-43c7-a3a1-e4d97fd204aa" providerId="ADAL" clId="{843F4A8C-F017-416A-8B50-DC29731B04E3}" dt="2026-04-21T22:12:48.117" v="404" actId="26606"/>
          <ac:cxnSpMkLst>
            <pc:docMk/>
            <pc:sldMk cId="2789664691" sldId="270"/>
            <ac:cxnSpMk id="49" creationId="{4C5057B3-E936-43A2-9EEE-514EF0434FE2}"/>
          </ac:cxnSpMkLst>
        </pc:cxnChg>
      </pc:sldChg>
      <pc:sldChg chg="addSp delSp modSp add mod delDesignElem">
        <pc:chgData name="Maheshwari, Sundeep Kumar" userId="9a962650-e646-43c7-a3a1-e4d97fd204aa" providerId="ADAL" clId="{843F4A8C-F017-416A-8B50-DC29731B04E3}" dt="2026-04-21T22:57:38.612" v="703" actId="14100"/>
        <pc:sldMkLst>
          <pc:docMk/>
          <pc:sldMk cId="2274930513" sldId="271"/>
        </pc:sldMkLst>
        <pc:spChg chg="mod">
          <ac:chgData name="Maheshwari, Sundeep Kumar" userId="9a962650-e646-43c7-a3a1-e4d97fd204aa" providerId="ADAL" clId="{843F4A8C-F017-416A-8B50-DC29731B04E3}" dt="2026-04-21T22:34:04.835" v="585" actId="6549"/>
          <ac:spMkLst>
            <pc:docMk/>
            <pc:sldMk cId="2274930513" sldId="271"/>
            <ac:spMk id="2" creationId="{331EA93E-91DF-327F-197C-A7E1853E3462}"/>
          </ac:spMkLst>
        </pc:spChg>
        <pc:spChg chg="add del">
          <ac:chgData name="Maheshwari, Sundeep Kumar" userId="9a962650-e646-43c7-a3a1-e4d97fd204aa" providerId="ADAL" clId="{843F4A8C-F017-416A-8B50-DC29731B04E3}" dt="2026-04-21T22:31:23.818" v="575"/>
          <ac:spMkLst>
            <pc:docMk/>
            <pc:sldMk cId="2274930513" sldId="271"/>
            <ac:spMk id="56" creationId="{0EB4EA0F-A9F8-71C9-0F62-EBE276C93889}"/>
          </ac:spMkLst>
        </pc:spChg>
        <pc:graphicFrameChg chg="add del mod">
          <ac:chgData name="Maheshwari, Sundeep Kumar" userId="9a962650-e646-43c7-a3a1-e4d97fd204aa" providerId="ADAL" clId="{843F4A8C-F017-416A-8B50-DC29731B04E3}" dt="2026-04-21T22:00:57.441" v="304" actId="478"/>
          <ac:graphicFrameMkLst>
            <pc:docMk/>
            <pc:sldMk cId="2274930513" sldId="271"/>
            <ac:graphicFrameMk id="4" creationId="{1CDCCFD6-5643-9BB7-B592-9863D33FF0AF}"/>
          </ac:graphicFrameMkLst>
        </pc:graphicFrameChg>
        <pc:graphicFrameChg chg="add mod">
          <ac:chgData name="Maheshwari, Sundeep Kumar" userId="9a962650-e646-43c7-a3a1-e4d97fd204aa" providerId="ADAL" clId="{843F4A8C-F017-416A-8B50-DC29731B04E3}" dt="2026-04-21T22:56:07.318" v="699" actId="1076"/>
          <ac:graphicFrameMkLst>
            <pc:docMk/>
            <pc:sldMk cId="2274930513" sldId="271"/>
            <ac:graphicFrameMk id="5" creationId="{04242EF4-C671-59F2-D780-E752A90BBE62}"/>
          </ac:graphicFrameMkLst>
        </pc:graphicFrameChg>
        <pc:picChg chg="del">
          <ac:chgData name="Maheshwari, Sundeep Kumar" userId="9a962650-e646-43c7-a3a1-e4d97fd204aa" providerId="ADAL" clId="{843F4A8C-F017-416A-8B50-DC29731B04E3}" dt="2026-04-21T21:52:38.453" v="276" actId="478"/>
          <ac:picMkLst>
            <pc:docMk/>
            <pc:sldMk cId="2274930513" sldId="271"/>
            <ac:picMk id="7" creationId="{970AF378-F5E4-4C33-D545-287949470DAA}"/>
          </ac:picMkLst>
        </pc:picChg>
        <pc:picChg chg="add mod">
          <ac:chgData name="Maheshwari, Sundeep Kumar" userId="9a962650-e646-43c7-a3a1-e4d97fd204aa" providerId="ADAL" clId="{843F4A8C-F017-416A-8B50-DC29731B04E3}" dt="2026-04-21T22:57:38.612" v="703" actId="14100"/>
          <ac:picMkLst>
            <pc:docMk/>
            <pc:sldMk cId="2274930513" sldId="271"/>
            <ac:picMk id="9" creationId="{7A9A7C85-417A-85D8-94DC-D43C669EA5E5}"/>
          </ac:picMkLst>
        </pc:picChg>
        <pc:picChg chg="add del">
          <ac:chgData name="Maheshwari, Sundeep Kumar" userId="9a962650-e646-43c7-a3a1-e4d97fd204aa" providerId="ADAL" clId="{843F4A8C-F017-416A-8B50-DC29731B04E3}" dt="2026-04-21T22:31:23.818" v="575"/>
          <ac:picMkLst>
            <pc:docMk/>
            <pc:sldMk cId="2274930513" sldId="271"/>
            <ac:picMk id="57" creationId="{BE0B7505-D3A3-479F-1C77-B279767DB2C9}"/>
          </ac:picMkLst>
        </pc:picChg>
        <pc:cxnChg chg="add 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2274930513" sldId="271"/>
            <ac:cxnSpMk id="58" creationId="{1FFFF829-1E33-FD4B-2121-16E26D5E496F}"/>
          </ac:cxnSpMkLst>
        </pc:cxnChg>
        <pc:cxnChg chg="add 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2274930513" sldId="271"/>
            <ac:cxnSpMk id="59" creationId="{63AFA916-8E52-FF37-FD07-216BA21421A8}"/>
          </ac:cxnSpMkLst>
        </pc:cxnChg>
      </pc:sldChg>
      <pc:sldChg chg="addSp delSp modSp add mod delDesignElem">
        <pc:chgData name="Maheshwari, Sundeep Kumar" userId="9a962650-e646-43c7-a3a1-e4d97fd204aa" providerId="ADAL" clId="{843F4A8C-F017-416A-8B50-DC29731B04E3}" dt="2026-04-21T22:58:01.430" v="704" actId="14100"/>
        <pc:sldMkLst>
          <pc:docMk/>
          <pc:sldMk cId="3846698097" sldId="272"/>
        </pc:sldMkLst>
        <pc:spChg chg="mod">
          <ac:chgData name="Maheshwari, Sundeep Kumar" userId="9a962650-e646-43c7-a3a1-e4d97fd204aa" providerId="ADAL" clId="{843F4A8C-F017-416A-8B50-DC29731B04E3}" dt="2026-04-21T22:03:43.421" v="329" actId="26606"/>
          <ac:spMkLst>
            <pc:docMk/>
            <pc:sldMk cId="3846698097" sldId="272"/>
            <ac:spMk id="2" creationId="{5467693F-A307-4FB1-C8B1-CE8DA23030A0}"/>
          </ac:spMkLst>
        </pc:spChg>
        <pc:spChg chg="ord">
          <ac:chgData name="Maheshwari, Sundeep Kumar" userId="9a962650-e646-43c7-a3a1-e4d97fd204aa" providerId="ADAL" clId="{843F4A8C-F017-416A-8B50-DC29731B04E3}" dt="2026-04-21T22:03:43.421" v="329" actId="26606"/>
          <ac:spMkLst>
            <pc:docMk/>
            <pc:sldMk cId="3846698097" sldId="272"/>
            <ac:spMk id="6" creationId="{01A78F44-85F5-E1BB-2F1B-57D1BA26C342}"/>
          </ac:spMkLst>
        </pc:spChg>
        <pc:spChg chg="add">
          <ac:chgData name="Maheshwari, Sundeep Kumar" userId="9a962650-e646-43c7-a3a1-e4d97fd204aa" providerId="ADAL" clId="{843F4A8C-F017-416A-8B50-DC29731B04E3}" dt="2026-04-21T22:34:11.422" v="586" actId="26606"/>
          <ac:spMkLst>
            <pc:docMk/>
            <pc:sldMk cId="3846698097" sldId="272"/>
            <ac:spMk id="11" creationId="{84C75E2B-CACA-478C-B26B-182AF87A18E3}"/>
          </ac:spMkLst>
        </pc:spChg>
        <pc:spChg chg="del">
          <ac:chgData name="Maheshwari, Sundeep Kumar" userId="9a962650-e646-43c7-a3a1-e4d97fd204aa" providerId="ADAL" clId="{843F4A8C-F017-416A-8B50-DC29731B04E3}" dt="2026-04-21T22:03:43.421" v="329" actId="26606"/>
          <ac:spMkLst>
            <pc:docMk/>
            <pc:sldMk cId="3846698097" sldId="272"/>
            <ac:spMk id="56" creationId="{2D5E2CE9-AD80-9DB8-0FFA-66247CAF3E33}"/>
          </ac:spMkLst>
        </pc:spChg>
        <pc:spChg chg="add del">
          <ac:chgData name="Maheshwari, Sundeep Kumar" userId="9a962650-e646-43c7-a3a1-e4d97fd204aa" providerId="ADAL" clId="{843F4A8C-F017-416A-8B50-DC29731B04E3}" dt="2026-04-21T22:31:23.818" v="575"/>
          <ac:spMkLst>
            <pc:docMk/>
            <pc:sldMk cId="3846698097" sldId="272"/>
            <ac:spMk id="64" creationId="{84C75E2B-CACA-478C-B26B-182AF87A18E3}"/>
          </ac:spMkLst>
        </pc:spChg>
        <pc:graphicFrameChg chg="del">
          <ac:chgData name="Maheshwari, Sundeep Kumar" userId="9a962650-e646-43c7-a3a1-e4d97fd204aa" providerId="ADAL" clId="{843F4A8C-F017-416A-8B50-DC29731B04E3}" dt="2026-04-21T22:02:31.738" v="310" actId="478"/>
          <ac:graphicFrameMkLst>
            <pc:docMk/>
            <pc:sldMk cId="3846698097" sldId="272"/>
            <ac:graphicFrameMk id="5" creationId="{FAFF9542-01C0-3A1F-2C8E-BA6918348018}"/>
          </ac:graphicFrameMkLst>
        </pc:graphicFrameChg>
        <pc:picChg chg="add mod">
          <ac:chgData name="Maheshwari, Sundeep Kumar" userId="9a962650-e646-43c7-a3a1-e4d97fd204aa" providerId="ADAL" clId="{843F4A8C-F017-416A-8B50-DC29731B04E3}" dt="2026-04-21T22:58:01.430" v="704" actId="14100"/>
          <ac:picMkLst>
            <pc:docMk/>
            <pc:sldMk cId="3846698097" sldId="272"/>
            <ac:picMk id="4" creationId="{28958138-7923-FCA2-0553-FCACAE868D47}"/>
          </ac:picMkLst>
        </pc:picChg>
        <pc:picChg chg="add">
          <ac:chgData name="Maheshwari, Sundeep Kumar" userId="9a962650-e646-43c7-a3a1-e4d97fd204aa" providerId="ADAL" clId="{843F4A8C-F017-416A-8B50-DC29731B04E3}" dt="2026-04-21T22:34:11.422" v="586" actId="26606"/>
          <ac:picMkLst>
            <pc:docMk/>
            <pc:sldMk cId="3846698097" sldId="272"/>
            <ac:picMk id="13" creationId="{50FF2874-547C-4D14-9E18-28B19002FB8C}"/>
          </ac:picMkLst>
        </pc:picChg>
        <pc:picChg chg="del">
          <ac:chgData name="Maheshwari, Sundeep Kumar" userId="9a962650-e646-43c7-a3a1-e4d97fd204aa" providerId="ADAL" clId="{843F4A8C-F017-416A-8B50-DC29731B04E3}" dt="2026-04-21T22:03:43.421" v="329" actId="26606"/>
          <ac:picMkLst>
            <pc:docMk/>
            <pc:sldMk cId="3846698097" sldId="272"/>
            <ac:picMk id="57" creationId="{5DF30693-CA08-9282-3898-AE5E812B1A1E}"/>
          </ac:picMkLst>
        </pc:picChg>
        <pc:picChg chg="add del">
          <ac:chgData name="Maheshwari, Sundeep Kumar" userId="9a962650-e646-43c7-a3a1-e4d97fd204aa" providerId="ADAL" clId="{843F4A8C-F017-416A-8B50-DC29731B04E3}" dt="2026-04-21T22:31:23.818" v="575"/>
          <ac:picMkLst>
            <pc:docMk/>
            <pc:sldMk cId="3846698097" sldId="272"/>
            <ac:picMk id="66" creationId="{50FF2874-547C-4D14-9E18-28B19002FB8C}"/>
          </ac:picMkLst>
        </pc:picChg>
        <pc:cxnChg chg="add">
          <ac:chgData name="Maheshwari, Sundeep Kumar" userId="9a962650-e646-43c7-a3a1-e4d97fd204aa" providerId="ADAL" clId="{843F4A8C-F017-416A-8B50-DC29731B04E3}" dt="2026-04-21T22:34:11.422" v="586" actId="26606"/>
          <ac:cxnSpMkLst>
            <pc:docMk/>
            <pc:sldMk cId="3846698097" sldId="272"/>
            <ac:cxnSpMk id="15" creationId="{36CF827D-A163-47F7-BD87-34EB4FA7D696}"/>
          </ac:cxnSpMkLst>
        </pc:cxnChg>
        <pc:cxnChg chg="add">
          <ac:chgData name="Maheshwari, Sundeep Kumar" userId="9a962650-e646-43c7-a3a1-e4d97fd204aa" providerId="ADAL" clId="{843F4A8C-F017-416A-8B50-DC29731B04E3}" dt="2026-04-21T22:34:11.422" v="586" actId="26606"/>
          <ac:cxnSpMkLst>
            <pc:docMk/>
            <pc:sldMk cId="3846698097" sldId="272"/>
            <ac:cxnSpMk id="17" creationId="{D299D9A9-1DA8-433D-A9BC-FB48D93D4217}"/>
          </ac:cxnSpMkLst>
        </pc:cxnChg>
        <pc:cxnChg chg="del">
          <ac:chgData name="Maheshwari, Sundeep Kumar" userId="9a962650-e646-43c7-a3a1-e4d97fd204aa" providerId="ADAL" clId="{843F4A8C-F017-416A-8B50-DC29731B04E3}" dt="2026-04-21T22:03:43.421" v="329" actId="26606"/>
          <ac:cxnSpMkLst>
            <pc:docMk/>
            <pc:sldMk cId="3846698097" sldId="272"/>
            <ac:cxnSpMk id="58" creationId="{33FE6207-C0CB-6030-F0C5-05F2CCDEAE87}"/>
          </ac:cxnSpMkLst>
        </pc:cxnChg>
        <pc:cxnChg chg="del">
          <ac:chgData name="Maheshwari, Sundeep Kumar" userId="9a962650-e646-43c7-a3a1-e4d97fd204aa" providerId="ADAL" clId="{843F4A8C-F017-416A-8B50-DC29731B04E3}" dt="2026-04-21T22:03:43.421" v="329" actId="26606"/>
          <ac:cxnSpMkLst>
            <pc:docMk/>
            <pc:sldMk cId="3846698097" sldId="272"/>
            <ac:cxnSpMk id="59" creationId="{709DD7FE-D62A-00F0-9C60-57DCD61A2F10}"/>
          </ac:cxnSpMkLst>
        </pc:cxnChg>
        <pc:cxnChg chg="add 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3846698097" sldId="272"/>
            <ac:cxnSpMk id="68" creationId="{36CF827D-A163-47F7-BD87-34EB4FA7D696}"/>
          </ac:cxnSpMkLst>
        </pc:cxnChg>
        <pc:cxnChg chg="add 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3846698097" sldId="272"/>
            <ac:cxnSpMk id="70" creationId="{D299D9A9-1DA8-433D-A9BC-FB48D93D4217}"/>
          </ac:cxnSpMkLst>
        </pc:cxnChg>
      </pc:sldChg>
      <pc:sldChg chg="addSp delSp modSp add mod delDesignElem">
        <pc:chgData name="Maheshwari, Sundeep Kumar" userId="9a962650-e646-43c7-a3a1-e4d97fd204aa" providerId="ADAL" clId="{843F4A8C-F017-416A-8B50-DC29731B04E3}" dt="2026-04-21T22:34:17.197" v="587" actId="26606"/>
        <pc:sldMkLst>
          <pc:docMk/>
          <pc:sldMk cId="2912178737" sldId="273"/>
        </pc:sldMkLst>
        <pc:spChg chg="mod">
          <ac:chgData name="Maheshwari, Sundeep Kumar" userId="9a962650-e646-43c7-a3a1-e4d97fd204aa" providerId="ADAL" clId="{843F4A8C-F017-416A-8B50-DC29731B04E3}" dt="2026-04-21T22:04:27.687" v="339" actId="20577"/>
          <ac:spMkLst>
            <pc:docMk/>
            <pc:sldMk cId="2912178737" sldId="273"/>
            <ac:spMk id="2" creationId="{E3BD15B5-CD11-787B-3423-B022CFDC7C77}"/>
          </ac:spMkLst>
        </pc:spChg>
        <pc:spChg chg="ord">
          <ac:chgData name="Maheshwari, Sundeep Kumar" userId="9a962650-e646-43c7-a3a1-e4d97fd204aa" providerId="ADAL" clId="{843F4A8C-F017-416A-8B50-DC29731B04E3}" dt="2026-04-21T22:34:17.197" v="587" actId="26606"/>
          <ac:spMkLst>
            <pc:docMk/>
            <pc:sldMk cId="2912178737" sldId="273"/>
            <ac:spMk id="6" creationId="{4FE84FAF-9785-F4B6-9748-E3C87708AA03}"/>
          </ac:spMkLst>
        </pc:spChg>
        <pc:spChg chg="add">
          <ac:chgData name="Maheshwari, Sundeep Kumar" userId="9a962650-e646-43c7-a3a1-e4d97fd204aa" providerId="ADAL" clId="{843F4A8C-F017-416A-8B50-DC29731B04E3}" dt="2026-04-21T22:34:17.197" v="587" actId="26606"/>
          <ac:spMkLst>
            <pc:docMk/>
            <pc:sldMk cId="2912178737" sldId="273"/>
            <ac:spMk id="13" creationId="{84C75E2B-CACA-478C-B26B-182AF87A18E3}"/>
          </ac:spMkLst>
        </pc:spChg>
        <pc:spChg chg="del">
          <ac:chgData name="Maheshwari, Sundeep Kumar" userId="9a962650-e646-43c7-a3a1-e4d97fd204aa" providerId="ADAL" clId="{843F4A8C-F017-416A-8B50-DC29731B04E3}" dt="2026-04-21T22:04:54.584" v="345" actId="26606"/>
          <ac:spMkLst>
            <pc:docMk/>
            <pc:sldMk cId="2912178737" sldId="273"/>
            <ac:spMk id="64" creationId="{B7971FB6-10EE-0895-F748-D0BD4FF26EDA}"/>
          </ac:spMkLst>
        </pc:spChg>
        <pc:spChg chg="add del">
          <ac:chgData name="Maheshwari, Sundeep Kumar" userId="9a962650-e646-43c7-a3a1-e4d97fd204aa" providerId="ADAL" clId="{843F4A8C-F017-416A-8B50-DC29731B04E3}" dt="2026-04-21T22:31:23.818" v="575"/>
          <ac:spMkLst>
            <pc:docMk/>
            <pc:sldMk cId="2912178737" sldId="273"/>
            <ac:spMk id="75" creationId="{84C75E2B-CACA-478C-B26B-182AF87A18E3}"/>
          </ac:spMkLst>
        </pc:spChg>
        <pc:picChg chg="del">
          <ac:chgData name="Maheshwari, Sundeep Kumar" userId="9a962650-e646-43c7-a3a1-e4d97fd204aa" providerId="ADAL" clId="{843F4A8C-F017-416A-8B50-DC29731B04E3}" dt="2026-04-21T22:04:08.437" v="334" actId="478"/>
          <ac:picMkLst>
            <pc:docMk/>
            <pc:sldMk cId="2912178737" sldId="273"/>
            <ac:picMk id="4" creationId="{066B95D7-7BA2-628C-DC79-63FCA1966D16}"/>
          </ac:picMkLst>
        </pc:picChg>
        <pc:picChg chg="add del mod">
          <ac:chgData name="Maheshwari, Sundeep Kumar" userId="9a962650-e646-43c7-a3a1-e4d97fd204aa" providerId="ADAL" clId="{843F4A8C-F017-416A-8B50-DC29731B04E3}" dt="2026-04-21T22:07:04.928" v="372" actId="478"/>
          <ac:picMkLst>
            <pc:docMk/>
            <pc:sldMk cId="2912178737" sldId="273"/>
            <ac:picMk id="5" creationId="{0622BC9B-5E38-9A59-92E2-19F9FD9A1A62}"/>
          </ac:picMkLst>
        </pc:picChg>
        <pc:picChg chg="add mod">
          <ac:chgData name="Maheshwari, Sundeep Kumar" userId="9a962650-e646-43c7-a3a1-e4d97fd204aa" providerId="ADAL" clId="{843F4A8C-F017-416A-8B50-DC29731B04E3}" dt="2026-04-21T22:34:17.197" v="587" actId="26606"/>
          <ac:picMkLst>
            <pc:docMk/>
            <pc:sldMk cId="2912178737" sldId="273"/>
            <ac:picMk id="8" creationId="{FB926858-3480-9A2A-4893-6995CFFF1ACA}"/>
          </ac:picMkLst>
        </pc:picChg>
        <pc:picChg chg="add">
          <ac:chgData name="Maheshwari, Sundeep Kumar" userId="9a962650-e646-43c7-a3a1-e4d97fd204aa" providerId="ADAL" clId="{843F4A8C-F017-416A-8B50-DC29731B04E3}" dt="2026-04-21T22:34:17.197" v="587" actId="26606"/>
          <ac:picMkLst>
            <pc:docMk/>
            <pc:sldMk cId="2912178737" sldId="273"/>
            <ac:picMk id="15" creationId="{50FF2874-547C-4D14-9E18-28B19002FB8C}"/>
          </ac:picMkLst>
        </pc:picChg>
        <pc:picChg chg="del">
          <ac:chgData name="Maheshwari, Sundeep Kumar" userId="9a962650-e646-43c7-a3a1-e4d97fd204aa" providerId="ADAL" clId="{843F4A8C-F017-416A-8B50-DC29731B04E3}" dt="2026-04-21T22:04:54.584" v="345" actId="26606"/>
          <ac:picMkLst>
            <pc:docMk/>
            <pc:sldMk cId="2912178737" sldId="273"/>
            <ac:picMk id="66" creationId="{8CA53B93-611F-37A4-5FBD-CC0AD32681E7}"/>
          </ac:picMkLst>
        </pc:picChg>
        <pc:picChg chg="add del">
          <ac:chgData name="Maheshwari, Sundeep Kumar" userId="9a962650-e646-43c7-a3a1-e4d97fd204aa" providerId="ADAL" clId="{843F4A8C-F017-416A-8B50-DC29731B04E3}" dt="2026-04-21T22:31:23.818" v="575"/>
          <ac:picMkLst>
            <pc:docMk/>
            <pc:sldMk cId="2912178737" sldId="273"/>
            <ac:picMk id="77" creationId="{50FF2874-547C-4D14-9E18-28B19002FB8C}"/>
          </ac:picMkLst>
        </pc:picChg>
        <pc:cxnChg chg="add">
          <ac:chgData name="Maheshwari, Sundeep Kumar" userId="9a962650-e646-43c7-a3a1-e4d97fd204aa" providerId="ADAL" clId="{843F4A8C-F017-416A-8B50-DC29731B04E3}" dt="2026-04-21T22:34:17.197" v="587" actId="26606"/>
          <ac:cxnSpMkLst>
            <pc:docMk/>
            <pc:sldMk cId="2912178737" sldId="273"/>
            <ac:cxnSpMk id="17" creationId="{36CF827D-A163-47F7-BD87-34EB4FA7D696}"/>
          </ac:cxnSpMkLst>
        </pc:cxnChg>
        <pc:cxnChg chg="add">
          <ac:chgData name="Maheshwari, Sundeep Kumar" userId="9a962650-e646-43c7-a3a1-e4d97fd204aa" providerId="ADAL" clId="{843F4A8C-F017-416A-8B50-DC29731B04E3}" dt="2026-04-21T22:34:17.197" v="587" actId="26606"/>
          <ac:cxnSpMkLst>
            <pc:docMk/>
            <pc:sldMk cId="2912178737" sldId="273"/>
            <ac:cxnSpMk id="19" creationId="{D299D9A9-1DA8-433D-A9BC-FB48D93D4217}"/>
          </ac:cxnSpMkLst>
        </pc:cxnChg>
        <pc:cxnChg chg="del">
          <ac:chgData name="Maheshwari, Sundeep Kumar" userId="9a962650-e646-43c7-a3a1-e4d97fd204aa" providerId="ADAL" clId="{843F4A8C-F017-416A-8B50-DC29731B04E3}" dt="2026-04-21T22:04:54.584" v="345" actId="26606"/>
          <ac:cxnSpMkLst>
            <pc:docMk/>
            <pc:sldMk cId="2912178737" sldId="273"/>
            <ac:cxnSpMk id="68" creationId="{3AEE150B-FCDC-0D5C-0692-D3FD4CD5B86B}"/>
          </ac:cxnSpMkLst>
        </pc:cxnChg>
        <pc:cxnChg chg="del">
          <ac:chgData name="Maheshwari, Sundeep Kumar" userId="9a962650-e646-43c7-a3a1-e4d97fd204aa" providerId="ADAL" clId="{843F4A8C-F017-416A-8B50-DC29731B04E3}" dt="2026-04-21T22:04:54.584" v="345" actId="26606"/>
          <ac:cxnSpMkLst>
            <pc:docMk/>
            <pc:sldMk cId="2912178737" sldId="273"/>
            <ac:cxnSpMk id="70" creationId="{92A1C658-3E65-F43F-925F-8DD43154788E}"/>
          </ac:cxnSpMkLst>
        </pc:cxnChg>
        <pc:cxnChg chg="add 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2912178737" sldId="273"/>
            <ac:cxnSpMk id="79" creationId="{36CF827D-A163-47F7-BD87-34EB4FA7D696}"/>
          </ac:cxnSpMkLst>
        </pc:cxnChg>
        <pc:cxnChg chg="add 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2912178737" sldId="273"/>
            <ac:cxnSpMk id="81" creationId="{D299D9A9-1DA8-433D-A9BC-FB48D93D4217}"/>
          </ac:cxnSpMkLst>
        </pc:cxnChg>
      </pc:sldChg>
      <pc:sldChg chg="addSp delSp modSp add mod delDesignElem">
        <pc:chgData name="Maheshwari, Sundeep Kumar" userId="9a962650-e646-43c7-a3a1-e4d97fd204aa" providerId="ADAL" clId="{843F4A8C-F017-416A-8B50-DC29731B04E3}" dt="2026-04-21T22:34:23.419" v="588" actId="26606"/>
        <pc:sldMkLst>
          <pc:docMk/>
          <pc:sldMk cId="2598483383" sldId="274"/>
        </pc:sldMkLst>
        <pc:spChg chg="mod">
          <ac:chgData name="Maheshwari, Sundeep Kumar" userId="9a962650-e646-43c7-a3a1-e4d97fd204aa" providerId="ADAL" clId="{843F4A8C-F017-416A-8B50-DC29731B04E3}" dt="2026-04-21T22:05:54.742" v="364" actId="20577"/>
          <ac:spMkLst>
            <pc:docMk/>
            <pc:sldMk cId="2598483383" sldId="274"/>
            <ac:spMk id="2" creationId="{B5BB108C-41E3-4A8B-2526-52FF58771D99}"/>
          </ac:spMkLst>
        </pc:spChg>
        <pc:spChg chg="ord">
          <ac:chgData name="Maheshwari, Sundeep Kumar" userId="9a962650-e646-43c7-a3a1-e4d97fd204aa" providerId="ADAL" clId="{843F4A8C-F017-416A-8B50-DC29731B04E3}" dt="2026-04-21T22:06:36.083" v="368" actId="26606"/>
          <ac:spMkLst>
            <pc:docMk/>
            <pc:sldMk cId="2598483383" sldId="274"/>
            <ac:spMk id="6" creationId="{1B949697-6C03-E720-6257-A124152F7997}"/>
          </ac:spMkLst>
        </pc:spChg>
        <pc:spChg chg="add">
          <ac:chgData name="Maheshwari, Sundeep Kumar" userId="9a962650-e646-43c7-a3a1-e4d97fd204aa" providerId="ADAL" clId="{843F4A8C-F017-416A-8B50-DC29731B04E3}" dt="2026-04-21T22:34:23.419" v="588" actId="26606"/>
          <ac:spMkLst>
            <pc:docMk/>
            <pc:sldMk cId="2598483383" sldId="274"/>
            <ac:spMk id="11" creationId="{84C75E2B-CACA-478C-B26B-182AF87A18E3}"/>
          </ac:spMkLst>
        </pc:spChg>
        <pc:spChg chg="del">
          <ac:chgData name="Maheshwari, Sundeep Kumar" userId="9a962650-e646-43c7-a3a1-e4d97fd204aa" providerId="ADAL" clId="{843F4A8C-F017-416A-8B50-DC29731B04E3}" dt="2026-04-21T22:06:36.083" v="368" actId="26606"/>
          <ac:spMkLst>
            <pc:docMk/>
            <pc:sldMk cId="2598483383" sldId="274"/>
            <ac:spMk id="75" creationId="{73A27C5E-1AF6-7CF1-F3CD-540DA5B65B12}"/>
          </ac:spMkLst>
        </pc:spChg>
        <pc:spChg chg="add del">
          <ac:chgData name="Maheshwari, Sundeep Kumar" userId="9a962650-e646-43c7-a3a1-e4d97fd204aa" providerId="ADAL" clId="{843F4A8C-F017-416A-8B50-DC29731B04E3}" dt="2026-04-21T22:31:23.818" v="575"/>
          <ac:spMkLst>
            <pc:docMk/>
            <pc:sldMk cId="2598483383" sldId="274"/>
            <ac:spMk id="86" creationId="{84C75E2B-CACA-478C-B26B-182AF87A18E3}"/>
          </ac:spMkLst>
        </pc:spChg>
        <pc:picChg chg="add mod">
          <ac:chgData name="Maheshwari, Sundeep Kumar" userId="9a962650-e646-43c7-a3a1-e4d97fd204aa" providerId="ADAL" clId="{843F4A8C-F017-416A-8B50-DC29731B04E3}" dt="2026-04-21T22:34:23.419" v="588" actId="26606"/>
          <ac:picMkLst>
            <pc:docMk/>
            <pc:sldMk cId="2598483383" sldId="274"/>
            <ac:picMk id="4" creationId="{35557C0C-4880-DC91-CA9D-C6236CF802CB}"/>
          </ac:picMkLst>
        </pc:picChg>
        <pc:picChg chg="del">
          <ac:chgData name="Maheshwari, Sundeep Kumar" userId="9a962650-e646-43c7-a3a1-e4d97fd204aa" providerId="ADAL" clId="{843F4A8C-F017-416A-8B50-DC29731B04E3}" dt="2026-04-21T22:05:57.131" v="365" actId="478"/>
          <ac:picMkLst>
            <pc:docMk/>
            <pc:sldMk cId="2598483383" sldId="274"/>
            <ac:picMk id="5" creationId="{4DA9CB28-DB13-5A9E-4635-E7EEE598E60A}"/>
          </ac:picMkLst>
        </pc:picChg>
        <pc:picChg chg="add">
          <ac:chgData name="Maheshwari, Sundeep Kumar" userId="9a962650-e646-43c7-a3a1-e4d97fd204aa" providerId="ADAL" clId="{843F4A8C-F017-416A-8B50-DC29731B04E3}" dt="2026-04-21T22:34:23.419" v="588" actId="26606"/>
          <ac:picMkLst>
            <pc:docMk/>
            <pc:sldMk cId="2598483383" sldId="274"/>
            <ac:picMk id="13" creationId="{50FF2874-547C-4D14-9E18-28B19002FB8C}"/>
          </ac:picMkLst>
        </pc:picChg>
        <pc:picChg chg="del">
          <ac:chgData name="Maheshwari, Sundeep Kumar" userId="9a962650-e646-43c7-a3a1-e4d97fd204aa" providerId="ADAL" clId="{843F4A8C-F017-416A-8B50-DC29731B04E3}" dt="2026-04-21T22:06:36.083" v="368" actId="26606"/>
          <ac:picMkLst>
            <pc:docMk/>
            <pc:sldMk cId="2598483383" sldId="274"/>
            <ac:picMk id="77" creationId="{86DB828D-F8AF-D435-9F3E-9535FA234A17}"/>
          </ac:picMkLst>
        </pc:picChg>
        <pc:picChg chg="add del">
          <ac:chgData name="Maheshwari, Sundeep Kumar" userId="9a962650-e646-43c7-a3a1-e4d97fd204aa" providerId="ADAL" clId="{843F4A8C-F017-416A-8B50-DC29731B04E3}" dt="2026-04-21T22:31:23.818" v="575"/>
          <ac:picMkLst>
            <pc:docMk/>
            <pc:sldMk cId="2598483383" sldId="274"/>
            <ac:picMk id="88" creationId="{50FF2874-547C-4D14-9E18-28B19002FB8C}"/>
          </ac:picMkLst>
        </pc:picChg>
        <pc:cxnChg chg="add">
          <ac:chgData name="Maheshwari, Sundeep Kumar" userId="9a962650-e646-43c7-a3a1-e4d97fd204aa" providerId="ADAL" clId="{843F4A8C-F017-416A-8B50-DC29731B04E3}" dt="2026-04-21T22:34:23.419" v="588" actId="26606"/>
          <ac:cxnSpMkLst>
            <pc:docMk/>
            <pc:sldMk cId="2598483383" sldId="274"/>
            <ac:cxnSpMk id="15" creationId="{36CF827D-A163-47F7-BD87-34EB4FA7D696}"/>
          </ac:cxnSpMkLst>
        </pc:cxnChg>
        <pc:cxnChg chg="add">
          <ac:chgData name="Maheshwari, Sundeep Kumar" userId="9a962650-e646-43c7-a3a1-e4d97fd204aa" providerId="ADAL" clId="{843F4A8C-F017-416A-8B50-DC29731B04E3}" dt="2026-04-21T22:34:23.419" v="588" actId="26606"/>
          <ac:cxnSpMkLst>
            <pc:docMk/>
            <pc:sldMk cId="2598483383" sldId="274"/>
            <ac:cxnSpMk id="17" creationId="{D299D9A9-1DA8-433D-A9BC-FB48D93D4217}"/>
          </ac:cxnSpMkLst>
        </pc:cxnChg>
        <pc:cxnChg chg="del">
          <ac:chgData name="Maheshwari, Sundeep Kumar" userId="9a962650-e646-43c7-a3a1-e4d97fd204aa" providerId="ADAL" clId="{843F4A8C-F017-416A-8B50-DC29731B04E3}" dt="2026-04-21T22:06:36.083" v="368" actId="26606"/>
          <ac:cxnSpMkLst>
            <pc:docMk/>
            <pc:sldMk cId="2598483383" sldId="274"/>
            <ac:cxnSpMk id="79" creationId="{3430C640-675C-C35E-0E22-D69077E1E21C}"/>
          </ac:cxnSpMkLst>
        </pc:cxnChg>
        <pc:cxnChg chg="del">
          <ac:chgData name="Maheshwari, Sundeep Kumar" userId="9a962650-e646-43c7-a3a1-e4d97fd204aa" providerId="ADAL" clId="{843F4A8C-F017-416A-8B50-DC29731B04E3}" dt="2026-04-21T22:06:36.083" v="368" actId="26606"/>
          <ac:cxnSpMkLst>
            <pc:docMk/>
            <pc:sldMk cId="2598483383" sldId="274"/>
            <ac:cxnSpMk id="81" creationId="{C738EA1B-674D-4F08-A966-06FA9EB88FA7}"/>
          </ac:cxnSpMkLst>
        </pc:cxnChg>
        <pc:cxnChg chg="add 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2598483383" sldId="274"/>
            <ac:cxnSpMk id="90" creationId="{36CF827D-A163-47F7-BD87-34EB4FA7D696}"/>
          </ac:cxnSpMkLst>
        </pc:cxnChg>
        <pc:cxnChg chg="add 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2598483383" sldId="274"/>
            <ac:cxnSpMk id="92" creationId="{D299D9A9-1DA8-433D-A9BC-FB48D93D4217}"/>
          </ac:cxnSpMkLst>
        </pc:cxnChg>
      </pc:sldChg>
      <pc:sldChg chg="addSp delSp modSp add mod delDesignElem">
        <pc:chgData name="Maheshwari, Sundeep Kumar" userId="9a962650-e646-43c7-a3a1-e4d97fd204aa" providerId="ADAL" clId="{843F4A8C-F017-416A-8B50-DC29731B04E3}" dt="2026-04-21T22:31:23.818" v="575"/>
        <pc:sldMkLst>
          <pc:docMk/>
          <pc:sldMk cId="1079498120" sldId="275"/>
        </pc:sldMkLst>
        <pc:spChg chg="mod">
          <ac:chgData name="Maheshwari, Sundeep Kumar" userId="9a962650-e646-43c7-a3a1-e4d97fd204aa" providerId="ADAL" clId="{843F4A8C-F017-416A-8B50-DC29731B04E3}" dt="2026-04-21T22:14:46.165" v="424" actId="26606"/>
          <ac:spMkLst>
            <pc:docMk/>
            <pc:sldMk cId="1079498120" sldId="275"/>
            <ac:spMk id="2" creationId="{0086FEDD-A257-99F9-80F2-51CA5AD1F09F}"/>
          </ac:spMkLst>
        </pc:spChg>
        <pc:spChg chg="add del mod">
          <ac:chgData name="Maheshwari, Sundeep Kumar" userId="9a962650-e646-43c7-a3a1-e4d97fd204aa" providerId="ADAL" clId="{843F4A8C-F017-416A-8B50-DC29731B04E3}" dt="2026-04-21T22:13:37.122" v="416" actId="22"/>
          <ac:spMkLst>
            <pc:docMk/>
            <pc:sldMk cId="1079498120" sldId="275"/>
            <ac:spMk id="5" creationId="{3D85F152-2948-4B0D-94C3-190F369DFAC5}"/>
          </ac:spMkLst>
        </pc:spChg>
        <pc:spChg chg="add del">
          <ac:chgData name="Maheshwari, Sundeep Kumar" userId="9a962650-e646-43c7-a3a1-e4d97fd204aa" providerId="ADAL" clId="{843F4A8C-F017-416A-8B50-DC29731B04E3}" dt="2026-04-21T22:31:23.818" v="575"/>
          <ac:spMkLst>
            <pc:docMk/>
            <pc:sldMk cId="1079498120" sldId="275"/>
            <ac:spMk id="33" creationId="{41FC60A0-BE6E-24B5-1C32-8CF4AEEEAC73}"/>
          </ac:spMkLst>
        </pc:spChg>
        <pc:spChg chg="add del">
          <ac:chgData name="Maheshwari, Sundeep Kumar" userId="9a962650-e646-43c7-a3a1-e4d97fd204aa" providerId="ADAL" clId="{843F4A8C-F017-416A-8B50-DC29731B04E3}" dt="2026-04-21T22:14:46.165" v="424" actId="26606"/>
          <ac:spMkLst>
            <pc:docMk/>
            <pc:sldMk cId="1079498120" sldId="275"/>
            <ac:spMk id="40" creationId="{165F1427-47E5-B723-9D3D-732840F189F4}"/>
          </ac:spMkLst>
        </pc:spChg>
        <pc:picChg chg="del">
          <ac:chgData name="Maheshwari, Sundeep Kumar" userId="9a962650-e646-43c7-a3a1-e4d97fd204aa" providerId="ADAL" clId="{843F4A8C-F017-416A-8B50-DC29731B04E3}" dt="2026-04-21T22:08:18.638" v="384" actId="478"/>
          <ac:picMkLst>
            <pc:docMk/>
            <pc:sldMk cId="1079498120" sldId="275"/>
            <ac:picMk id="4" creationId="{4697898C-AFFD-BA3F-3D32-4EE1DB5716F8}"/>
          </ac:picMkLst>
        </pc:picChg>
        <pc:picChg chg="add mod ord">
          <ac:chgData name="Maheshwari, Sundeep Kumar" userId="9a962650-e646-43c7-a3a1-e4d97fd204aa" providerId="ADAL" clId="{843F4A8C-F017-416A-8B50-DC29731B04E3}" dt="2026-04-21T22:14:46.165" v="424" actId="26606"/>
          <ac:picMkLst>
            <pc:docMk/>
            <pc:sldMk cId="1079498120" sldId="275"/>
            <ac:picMk id="7" creationId="{FAC57989-8F43-9E95-279F-BACB5F5B95A5}"/>
          </ac:picMkLst>
        </pc:picChg>
        <pc:picChg chg="add del">
          <ac:chgData name="Maheshwari, Sundeep Kumar" userId="9a962650-e646-43c7-a3a1-e4d97fd204aa" providerId="ADAL" clId="{843F4A8C-F017-416A-8B50-DC29731B04E3}" dt="2026-04-21T22:31:23.818" v="575"/>
          <ac:picMkLst>
            <pc:docMk/>
            <pc:sldMk cId="1079498120" sldId="275"/>
            <ac:picMk id="34" creationId="{D91AC5E6-BB1A-98CA-1CD1-A6DF066006A9}"/>
          </ac:picMkLst>
        </pc:picChg>
        <pc:cxnChg chg="add 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1079498120" sldId="275"/>
            <ac:cxnSpMk id="35" creationId="{747A1388-0645-9AB8-3DFD-33EBC2F01DE7}"/>
          </ac:cxnSpMkLst>
        </pc:cxnChg>
        <pc:cxnChg chg="add 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1079498120" sldId="275"/>
            <ac:cxnSpMk id="36" creationId="{D81C0990-BD75-2032-316A-754B92091FD7}"/>
          </ac:cxnSpMkLst>
        </pc:cxnChg>
      </pc:sldChg>
      <pc:sldChg chg="addSp delSp modSp add mod modClrScheme delDesignElem chgLayout">
        <pc:chgData name="Maheshwari, Sundeep Kumar" userId="9a962650-e646-43c7-a3a1-e4d97fd204aa" providerId="ADAL" clId="{843F4A8C-F017-416A-8B50-DC29731B04E3}" dt="2026-04-21T22:33:28.162" v="582" actId="26606"/>
        <pc:sldMkLst>
          <pc:docMk/>
          <pc:sldMk cId="2125542039" sldId="276"/>
        </pc:sldMkLst>
        <pc:spChg chg="mod ord">
          <ac:chgData name="Maheshwari, Sundeep Kumar" userId="9a962650-e646-43c7-a3a1-e4d97fd204aa" providerId="ADAL" clId="{843F4A8C-F017-416A-8B50-DC29731B04E3}" dt="2026-04-21T22:33:28.162" v="582" actId="26606"/>
          <ac:spMkLst>
            <pc:docMk/>
            <pc:sldMk cId="2125542039" sldId="276"/>
            <ac:spMk id="2" creationId="{D29AE33F-6655-2AA6-E6F0-1F2EE144F725}"/>
          </ac:spMkLst>
        </pc:spChg>
        <pc:spChg chg="add del mod">
          <ac:chgData name="Maheshwari, Sundeep Kumar" userId="9a962650-e646-43c7-a3a1-e4d97fd204aa" providerId="ADAL" clId="{843F4A8C-F017-416A-8B50-DC29731B04E3}" dt="2026-04-21T22:17:39.313" v="442"/>
          <ac:spMkLst>
            <pc:docMk/>
            <pc:sldMk cId="2125542039" sldId="276"/>
            <ac:spMk id="4" creationId="{2DC1E31B-53FE-D213-0351-855B05DDEFC4}"/>
          </ac:spMkLst>
        </pc:spChg>
        <pc:spChg chg="add del mod">
          <ac:chgData name="Maheshwari, Sundeep Kumar" userId="9a962650-e646-43c7-a3a1-e4d97fd204aa" providerId="ADAL" clId="{843F4A8C-F017-416A-8B50-DC29731B04E3}" dt="2026-04-21T22:18:38.753" v="460" actId="478"/>
          <ac:spMkLst>
            <pc:docMk/>
            <pc:sldMk cId="2125542039" sldId="276"/>
            <ac:spMk id="8" creationId="{D3701D5F-984C-B921-7864-AE26EECDB650}"/>
          </ac:spMkLst>
        </pc:spChg>
        <pc:spChg chg="add del mod">
          <ac:chgData name="Maheshwari, Sundeep Kumar" userId="9a962650-e646-43c7-a3a1-e4d97fd204aa" providerId="ADAL" clId="{843F4A8C-F017-416A-8B50-DC29731B04E3}" dt="2026-04-21T22:18:33.633" v="459" actId="21"/>
          <ac:spMkLst>
            <pc:docMk/>
            <pc:sldMk cId="2125542039" sldId="276"/>
            <ac:spMk id="9" creationId="{5987F833-7E54-CDB1-63F8-B20A18410792}"/>
          </ac:spMkLst>
        </pc:spChg>
        <pc:spChg chg="add del mod">
          <ac:chgData name="Maheshwari, Sundeep Kumar" userId="9a962650-e646-43c7-a3a1-e4d97fd204aa" providerId="ADAL" clId="{843F4A8C-F017-416A-8B50-DC29731B04E3}" dt="2026-04-21T22:21:42.451" v="467" actId="478"/>
          <ac:spMkLst>
            <pc:docMk/>
            <pc:sldMk cId="2125542039" sldId="276"/>
            <ac:spMk id="10" creationId="{5987F833-7E54-CDB1-63F8-B20A18410792}"/>
          </ac:spMkLst>
        </pc:spChg>
        <pc:spChg chg="add del mod ord">
          <ac:chgData name="Maheshwari, Sundeep Kumar" userId="9a962650-e646-43c7-a3a1-e4d97fd204aa" providerId="ADAL" clId="{843F4A8C-F017-416A-8B50-DC29731B04E3}" dt="2026-04-21T22:22:19.874" v="469" actId="700"/>
          <ac:spMkLst>
            <pc:docMk/>
            <pc:sldMk cId="2125542039" sldId="276"/>
            <ac:spMk id="12" creationId="{FACA14EB-A2C5-4C0C-EABC-31581EA8886F}"/>
          </ac:spMkLst>
        </pc:spChg>
        <pc:spChg chg="add">
          <ac:chgData name="Maheshwari, Sundeep Kumar" userId="9a962650-e646-43c7-a3a1-e4d97fd204aa" providerId="ADAL" clId="{843F4A8C-F017-416A-8B50-DC29731B04E3}" dt="2026-04-21T22:33:28.162" v="582" actId="26606"/>
          <ac:spMkLst>
            <pc:docMk/>
            <pc:sldMk cId="2125542039" sldId="276"/>
            <ac:spMk id="18" creationId="{84C75E2B-CACA-478C-B26B-182AF87A18E3}"/>
          </ac:spMkLst>
        </pc:spChg>
        <pc:spChg chg="add del">
          <ac:chgData name="Maheshwari, Sundeep Kumar" userId="9a962650-e646-43c7-a3a1-e4d97fd204aa" providerId="ADAL" clId="{843F4A8C-F017-416A-8B50-DC29731B04E3}" dt="2026-04-21T22:18:00.152" v="448" actId="26606"/>
          <ac:spMkLst>
            <pc:docMk/>
            <pc:sldMk cId="2125542039" sldId="276"/>
            <ac:spMk id="33" creationId="{1E17C5DA-41C4-A4ED-E008-3BE596CF8416}"/>
          </ac:spMkLst>
        </pc:spChg>
        <pc:spChg chg="add del">
          <ac:chgData name="Maheshwari, Sundeep Kumar" userId="9a962650-e646-43c7-a3a1-e4d97fd204aa" providerId="ADAL" clId="{843F4A8C-F017-416A-8B50-DC29731B04E3}" dt="2026-04-21T22:18:00.133" v="447" actId="26606"/>
          <ac:spMkLst>
            <pc:docMk/>
            <pc:sldMk cId="2125542039" sldId="276"/>
            <ac:spMk id="41" creationId="{482E7304-2AC2-4A5C-924D-A6AC3FFC5EAC}"/>
          </ac:spMkLst>
        </pc:spChg>
        <pc:spChg chg="add del">
          <ac:chgData name="Maheshwari, Sundeep Kumar" userId="9a962650-e646-43c7-a3a1-e4d97fd204aa" providerId="ADAL" clId="{843F4A8C-F017-416A-8B50-DC29731B04E3}" dt="2026-04-21T22:18:00.133" v="447" actId="26606"/>
          <ac:spMkLst>
            <pc:docMk/>
            <pc:sldMk cId="2125542039" sldId="276"/>
            <ac:spMk id="45" creationId="{A3C183B1-1D4B-4E3D-A02E-A426E3BFA016}"/>
          </ac:spMkLst>
        </pc:spChg>
        <pc:spChg chg="add del">
          <ac:chgData name="Maheshwari, Sundeep Kumar" userId="9a962650-e646-43c7-a3a1-e4d97fd204aa" providerId="ADAL" clId="{843F4A8C-F017-416A-8B50-DC29731B04E3}" dt="2026-04-21T22:31:23.818" v="575"/>
          <ac:spMkLst>
            <pc:docMk/>
            <pc:sldMk cId="2125542039" sldId="276"/>
            <ac:spMk id="47" creationId="{482E7304-2AC2-4A5C-924D-A6AC3FFC5EAC}"/>
          </ac:spMkLst>
        </pc:spChg>
        <pc:spChg chg="add del">
          <ac:chgData name="Maheshwari, Sundeep Kumar" userId="9a962650-e646-43c7-a3a1-e4d97fd204aa" providerId="ADAL" clId="{843F4A8C-F017-416A-8B50-DC29731B04E3}" dt="2026-04-21T22:31:23.818" v="575"/>
          <ac:spMkLst>
            <pc:docMk/>
            <pc:sldMk cId="2125542039" sldId="276"/>
            <ac:spMk id="49" creationId="{A3C183B1-1D4B-4E3D-A02E-A426E3BFA016}"/>
          </ac:spMkLst>
        </pc:spChg>
        <pc:graphicFrameChg chg="add del mod modGraphic">
          <ac:chgData name="Maheshwari, Sundeep Kumar" userId="9a962650-e646-43c7-a3a1-e4d97fd204aa" providerId="ADAL" clId="{843F4A8C-F017-416A-8B50-DC29731B04E3}" dt="2026-04-21T22:18:06.859" v="449" actId="478"/>
          <ac:graphicFrameMkLst>
            <pc:docMk/>
            <pc:sldMk cId="2125542039" sldId="276"/>
            <ac:graphicFrameMk id="5" creationId="{62A8B7AA-94C2-1E3E-8428-EBB6B31165F2}"/>
          </ac:graphicFrameMkLst>
        </pc:graphicFrameChg>
        <pc:graphicFrameChg chg="add del mod">
          <ac:chgData name="Maheshwari, Sundeep Kumar" userId="9a962650-e646-43c7-a3a1-e4d97fd204aa" providerId="ADAL" clId="{843F4A8C-F017-416A-8B50-DC29731B04E3}" dt="2026-04-21T22:21:28.537" v="466" actId="478"/>
          <ac:graphicFrameMkLst>
            <pc:docMk/>
            <pc:sldMk cId="2125542039" sldId="276"/>
            <ac:graphicFrameMk id="11" creationId="{D38949E6-34CE-DAE2-E22C-76A4A5DDCCF4}"/>
          </ac:graphicFrameMkLst>
        </pc:graphicFrameChg>
        <pc:graphicFrameChg chg="add mod modGraphic">
          <ac:chgData name="Maheshwari, Sundeep Kumar" userId="9a962650-e646-43c7-a3a1-e4d97fd204aa" providerId="ADAL" clId="{843F4A8C-F017-416A-8B50-DC29731B04E3}" dt="2026-04-21T22:33:28.162" v="582" actId="26606"/>
          <ac:graphicFrameMkLst>
            <pc:docMk/>
            <pc:sldMk cId="2125542039" sldId="276"/>
            <ac:graphicFrameMk id="13" creationId="{B8573129-D93B-EDA3-ABE3-CB29C58FB8CF}"/>
          </ac:graphicFrameMkLst>
        </pc:graphicFrameChg>
        <pc:picChg chg="del">
          <ac:chgData name="Maheshwari, Sundeep Kumar" userId="9a962650-e646-43c7-a3a1-e4d97fd204aa" providerId="ADAL" clId="{843F4A8C-F017-416A-8B50-DC29731B04E3}" dt="2026-04-21T22:16:21.520" v="441" actId="478"/>
          <ac:picMkLst>
            <pc:docMk/>
            <pc:sldMk cId="2125542039" sldId="276"/>
            <ac:picMk id="7" creationId="{C3C2A4BA-8D7F-D08F-C5DB-137E9DE47FD6}"/>
          </ac:picMkLst>
        </pc:picChg>
        <pc:picChg chg="add">
          <ac:chgData name="Maheshwari, Sundeep Kumar" userId="9a962650-e646-43c7-a3a1-e4d97fd204aa" providerId="ADAL" clId="{843F4A8C-F017-416A-8B50-DC29731B04E3}" dt="2026-04-21T22:33:28.162" v="582" actId="26606"/>
          <ac:picMkLst>
            <pc:docMk/>
            <pc:sldMk cId="2125542039" sldId="276"/>
            <ac:picMk id="20" creationId="{50FF2874-547C-4D14-9E18-28B19002FB8C}"/>
          </ac:picMkLst>
        </pc:picChg>
        <pc:picChg chg="add del">
          <ac:chgData name="Maheshwari, Sundeep Kumar" userId="9a962650-e646-43c7-a3a1-e4d97fd204aa" providerId="ADAL" clId="{843F4A8C-F017-416A-8B50-DC29731B04E3}" dt="2026-04-21T22:18:00.152" v="448" actId="26606"/>
          <ac:picMkLst>
            <pc:docMk/>
            <pc:sldMk cId="2125542039" sldId="276"/>
            <ac:picMk id="34" creationId="{29025EB8-8003-B0A9-AD0B-C726257324AC}"/>
          </ac:picMkLst>
        </pc:picChg>
        <pc:cxnChg chg="add">
          <ac:chgData name="Maheshwari, Sundeep Kumar" userId="9a962650-e646-43c7-a3a1-e4d97fd204aa" providerId="ADAL" clId="{843F4A8C-F017-416A-8B50-DC29731B04E3}" dt="2026-04-21T22:33:28.162" v="582" actId="26606"/>
          <ac:cxnSpMkLst>
            <pc:docMk/>
            <pc:sldMk cId="2125542039" sldId="276"/>
            <ac:cxnSpMk id="22" creationId="{36CF827D-A163-47F7-BD87-34EB4FA7D696}"/>
          </ac:cxnSpMkLst>
        </pc:cxnChg>
        <pc:cxnChg chg="add">
          <ac:chgData name="Maheshwari, Sundeep Kumar" userId="9a962650-e646-43c7-a3a1-e4d97fd204aa" providerId="ADAL" clId="{843F4A8C-F017-416A-8B50-DC29731B04E3}" dt="2026-04-21T22:33:28.162" v="582" actId="26606"/>
          <ac:cxnSpMkLst>
            <pc:docMk/>
            <pc:sldMk cId="2125542039" sldId="276"/>
            <ac:cxnSpMk id="24" creationId="{D299D9A9-1DA8-433D-A9BC-FB48D93D4217}"/>
          </ac:cxnSpMkLst>
        </pc:cxnChg>
        <pc:cxnChg chg="add del">
          <ac:chgData name="Maheshwari, Sundeep Kumar" userId="9a962650-e646-43c7-a3a1-e4d97fd204aa" providerId="ADAL" clId="{843F4A8C-F017-416A-8B50-DC29731B04E3}" dt="2026-04-21T22:18:00.152" v="448" actId="26606"/>
          <ac:cxnSpMkLst>
            <pc:docMk/>
            <pc:sldMk cId="2125542039" sldId="276"/>
            <ac:cxnSpMk id="35" creationId="{EFCBB291-4E20-4899-3F2A-2CC94AD6066A}"/>
          </ac:cxnSpMkLst>
        </pc:cxnChg>
        <pc:cxnChg chg="add del">
          <ac:chgData name="Maheshwari, Sundeep Kumar" userId="9a962650-e646-43c7-a3a1-e4d97fd204aa" providerId="ADAL" clId="{843F4A8C-F017-416A-8B50-DC29731B04E3}" dt="2026-04-21T22:18:00.152" v="448" actId="26606"/>
          <ac:cxnSpMkLst>
            <pc:docMk/>
            <pc:sldMk cId="2125542039" sldId="276"/>
            <ac:cxnSpMk id="36" creationId="{A471ED1B-D39F-FC9A-975D-89915291D9F7}"/>
          </ac:cxnSpMkLst>
        </pc:cxnChg>
        <pc:cxnChg chg="add del">
          <ac:chgData name="Maheshwari, Sundeep Kumar" userId="9a962650-e646-43c7-a3a1-e4d97fd204aa" providerId="ADAL" clId="{843F4A8C-F017-416A-8B50-DC29731B04E3}" dt="2026-04-21T22:18:00.133" v="447" actId="26606"/>
          <ac:cxnSpMkLst>
            <pc:docMk/>
            <pc:sldMk cId="2125542039" sldId="276"/>
            <ac:cxnSpMk id="43" creationId="{D259FEF2-F6A5-442F-BA10-4E39EECD0ABE}"/>
          </ac:cxnSpMkLst>
        </pc:cxnChg>
        <pc:cxnChg chg="add 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2125542039" sldId="276"/>
            <ac:cxnSpMk id="48" creationId="{D259FEF2-F6A5-442F-BA10-4E39EECD0ABE}"/>
          </ac:cxnSpMkLst>
        </pc:cxnChg>
      </pc:sldChg>
      <pc:sldChg chg="addSp delSp modSp add mod delDesignElem">
        <pc:chgData name="Maheshwari, Sundeep Kumar" userId="9a962650-e646-43c7-a3a1-e4d97fd204aa" providerId="ADAL" clId="{843F4A8C-F017-416A-8B50-DC29731B04E3}" dt="2026-04-21T22:33:41.624" v="583" actId="26606"/>
        <pc:sldMkLst>
          <pc:docMk/>
          <pc:sldMk cId="1323136180" sldId="277"/>
        </pc:sldMkLst>
        <pc:spChg chg="mod">
          <ac:chgData name="Maheshwari, Sundeep Kumar" userId="9a962650-e646-43c7-a3a1-e4d97fd204aa" providerId="ADAL" clId="{843F4A8C-F017-416A-8B50-DC29731B04E3}" dt="2026-04-21T22:33:41.624" v="583" actId="26606"/>
          <ac:spMkLst>
            <pc:docMk/>
            <pc:sldMk cId="1323136180" sldId="277"/>
            <ac:spMk id="2" creationId="{E46BEFB4-E895-FC1A-F8DA-97861B9B62B4}"/>
          </ac:spMkLst>
        </pc:spChg>
        <pc:spChg chg="add">
          <ac:chgData name="Maheshwari, Sundeep Kumar" userId="9a962650-e646-43c7-a3a1-e4d97fd204aa" providerId="ADAL" clId="{843F4A8C-F017-416A-8B50-DC29731B04E3}" dt="2026-04-21T22:33:41.624" v="583" actId="26606"/>
          <ac:spMkLst>
            <pc:docMk/>
            <pc:sldMk cId="1323136180" sldId="277"/>
            <ac:spMk id="18" creationId="{84C75E2B-CACA-478C-B26B-182AF87A18E3}"/>
          </ac:spMkLst>
        </pc:spChg>
        <pc:spChg chg="del">
          <ac:chgData name="Maheshwari, Sundeep Kumar" userId="9a962650-e646-43c7-a3a1-e4d97fd204aa" providerId="ADAL" clId="{843F4A8C-F017-416A-8B50-DC29731B04E3}" dt="2026-04-21T22:31:23.818" v="575"/>
          <ac:spMkLst>
            <pc:docMk/>
            <pc:sldMk cId="1323136180" sldId="277"/>
            <ac:spMk id="47" creationId="{C3CC002B-E583-7515-482E-09E720A7544F}"/>
          </ac:spMkLst>
        </pc:spChg>
        <pc:spChg chg="del">
          <ac:chgData name="Maheshwari, Sundeep Kumar" userId="9a962650-e646-43c7-a3a1-e4d97fd204aa" providerId="ADAL" clId="{843F4A8C-F017-416A-8B50-DC29731B04E3}" dt="2026-04-21T22:31:23.818" v="575"/>
          <ac:spMkLst>
            <pc:docMk/>
            <pc:sldMk cId="1323136180" sldId="277"/>
            <ac:spMk id="49" creationId="{BB2A4B89-520C-6AAC-C28E-4BCFA73E8990}"/>
          </ac:spMkLst>
        </pc:spChg>
        <pc:graphicFrameChg chg="add mod modGraphic">
          <ac:chgData name="Maheshwari, Sundeep Kumar" userId="9a962650-e646-43c7-a3a1-e4d97fd204aa" providerId="ADAL" clId="{843F4A8C-F017-416A-8B50-DC29731B04E3}" dt="2026-04-21T22:33:41.624" v="583" actId="26606"/>
          <ac:graphicFrameMkLst>
            <pc:docMk/>
            <pc:sldMk cId="1323136180" sldId="277"/>
            <ac:graphicFrameMk id="13" creationId="{DCE8CFBC-D730-4448-E96B-500C84A3D353}"/>
          </ac:graphicFrameMkLst>
        </pc:graphicFrameChg>
        <pc:picChg chg="add">
          <ac:chgData name="Maheshwari, Sundeep Kumar" userId="9a962650-e646-43c7-a3a1-e4d97fd204aa" providerId="ADAL" clId="{843F4A8C-F017-416A-8B50-DC29731B04E3}" dt="2026-04-21T22:33:41.624" v="583" actId="26606"/>
          <ac:picMkLst>
            <pc:docMk/>
            <pc:sldMk cId="1323136180" sldId="277"/>
            <ac:picMk id="20" creationId="{50FF2874-547C-4D14-9E18-28B19002FB8C}"/>
          </ac:picMkLst>
        </pc:picChg>
        <pc:cxnChg chg="add">
          <ac:chgData name="Maheshwari, Sundeep Kumar" userId="9a962650-e646-43c7-a3a1-e4d97fd204aa" providerId="ADAL" clId="{843F4A8C-F017-416A-8B50-DC29731B04E3}" dt="2026-04-21T22:33:41.624" v="583" actId="26606"/>
          <ac:cxnSpMkLst>
            <pc:docMk/>
            <pc:sldMk cId="1323136180" sldId="277"/>
            <ac:cxnSpMk id="22" creationId="{36CF827D-A163-47F7-BD87-34EB4FA7D696}"/>
          </ac:cxnSpMkLst>
        </pc:cxnChg>
        <pc:cxnChg chg="add">
          <ac:chgData name="Maheshwari, Sundeep Kumar" userId="9a962650-e646-43c7-a3a1-e4d97fd204aa" providerId="ADAL" clId="{843F4A8C-F017-416A-8B50-DC29731B04E3}" dt="2026-04-21T22:33:41.624" v="583" actId="26606"/>
          <ac:cxnSpMkLst>
            <pc:docMk/>
            <pc:sldMk cId="1323136180" sldId="277"/>
            <ac:cxnSpMk id="24" creationId="{D299D9A9-1DA8-433D-A9BC-FB48D93D4217}"/>
          </ac:cxnSpMkLst>
        </pc:cxnChg>
        <pc:cxnChg chg="del">
          <ac:chgData name="Maheshwari, Sundeep Kumar" userId="9a962650-e646-43c7-a3a1-e4d97fd204aa" providerId="ADAL" clId="{843F4A8C-F017-416A-8B50-DC29731B04E3}" dt="2026-04-21T22:31:23.818" v="575"/>
          <ac:cxnSpMkLst>
            <pc:docMk/>
            <pc:sldMk cId="1323136180" sldId="277"/>
            <ac:cxnSpMk id="48" creationId="{8A07EC65-054A-C2EC-53EA-2D9F7E9EA9F1}"/>
          </ac:cxnSpMkLst>
        </pc:cxnChg>
      </pc:sldChg>
      <pc:sldChg chg="addSp delSp modSp add mod">
        <pc:chgData name="Maheshwari, Sundeep Kumar" userId="9a962650-e646-43c7-a3a1-e4d97fd204aa" providerId="ADAL" clId="{843F4A8C-F017-416A-8B50-DC29731B04E3}" dt="2026-04-21T22:35:57.429" v="616" actId="14100"/>
        <pc:sldMkLst>
          <pc:docMk/>
          <pc:sldMk cId="1454629885" sldId="278"/>
        </pc:sldMkLst>
        <pc:spChg chg="mod">
          <ac:chgData name="Maheshwari, Sundeep Kumar" userId="9a962650-e646-43c7-a3a1-e4d97fd204aa" providerId="ADAL" clId="{843F4A8C-F017-416A-8B50-DC29731B04E3}" dt="2026-04-21T22:35:07.432" v="611" actId="20577"/>
          <ac:spMkLst>
            <pc:docMk/>
            <pc:sldMk cId="1454629885" sldId="278"/>
            <ac:spMk id="2" creationId="{D920B576-6F4E-8F5D-3117-66998791820E}"/>
          </ac:spMkLst>
        </pc:spChg>
        <pc:spChg chg="ord">
          <ac:chgData name="Maheshwari, Sundeep Kumar" userId="9a962650-e646-43c7-a3a1-e4d97fd204aa" providerId="ADAL" clId="{843F4A8C-F017-416A-8B50-DC29731B04E3}" dt="2026-04-21T22:35:41.667" v="614" actId="26606"/>
          <ac:spMkLst>
            <pc:docMk/>
            <pc:sldMk cId="1454629885" sldId="278"/>
            <ac:spMk id="6" creationId="{C30DE3C0-8483-1F92-035E-9672CFD72DE7}"/>
          </ac:spMkLst>
        </pc:spChg>
        <pc:spChg chg="del">
          <ac:chgData name="Maheshwari, Sundeep Kumar" userId="9a962650-e646-43c7-a3a1-e4d97fd204aa" providerId="ADAL" clId="{843F4A8C-F017-416A-8B50-DC29731B04E3}" dt="2026-04-21T22:35:41.667" v="614" actId="26606"/>
          <ac:spMkLst>
            <pc:docMk/>
            <pc:sldMk cId="1454629885" sldId="278"/>
            <ac:spMk id="11" creationId="{9FBB2DF6-3772-A475-F9A3-152EBB055325}"/>
          </ac:spMkLst>
        </pc:spChg>
        <pc:spChg chg="add">
          <ac:chgData name="Maheshwari, Sundeep Kumar" userId="9a962650-e646-43c7-a3a1-e4d97fd204aa" providerId="ADAL" clId="{843F4A8C-F017-416A-8B50-DC29731B04E3}" dt="2026-04-21T22:35:41.667" v="614" actId="26606"/>
          <ac:spMkLst>
            <pc:docMk/>
            <pc:sldMk cId="1454629885" sldId="278"/>
            <ac:spMk id="22" creationId="{84C75E2B-CACA-478C-B26B-182AF87A18E3}"/>
          </ac:spMkLst>
        </pc:spChg>
        <pc:picChg chg="del">
          <ac:chgData name="Maheshwari, Sundeep Kumar" userId="9a962650-e646-43c7-a3a1-e4d97fd204aa" providerId="ADAL" clId="{843F4A8C-F017-416A-8B50-DC29731B04E3}" dt="2026-04-21T22:35:10.654" v="612" actId="478"/>
          <ac:picMkLst>
            <pc:docMk/>
            <pc:sldMk cId="1454629885" sldId="278"/>
            <ac:picMk id="4" creationId="{690BF46D-1320-7AEB-39EA-11F3D6929899}"/>
          </ac:picMkLst>
        </pc:picChg>
        <pc:picChg chg="add mod">
          <ac:chgData name="Maheshwari, Sundeep Kumar" userId="9a962650-e646-43c7-a3a1-e4d97fd204aa" providerId="ADAL" clId="{843F4A8C-F017-416A-8B50-DC29731B04E3}" dt="2026-04-21T22:35:57.429" v="616" actId="14100"/>
          <ac:picMkLst>
            <pc:docMk/>
            <pc:sldMk cId="1454629885" sldId="278"/>
            <ac:picMk id="5" creationId="{7434499D-8C55-1E63-E8D6-E08D44505D7F}"/>
          </ac:picMkLst>
        </pc:picChg>
        <pc:picChg chg="del">
          <ac:chgData name="Maheshwari, Sundeep Kumar" userId="9a962650-e646-43c7-a3a1-e4d97fd204aa" providerId="ADAL" clId="{843F4A8C-F017-416A-8B50-DC29731B04E3}" dt="2026-04-21T22:35:41.667" v="614" actId="26606"/>
          <ac:picMkLst>
            <pc:docMk/>
            <pc:sldMk cId="1454629885" sldId="278"/>
            <ac:picMk id="13" creationId="{05A4429A-D1FB-16F4-3C38-7CBF50CCFDCF}"/>
          </ac:picMkLst>
        </pc:picChg>
        <pc:picChg chg="add">
          <ac:chgData name="Maheshwari, Sundeep Kumar" userId="9a962650-e646-43c7-a3a1-e4d97fd204aa" providerId="ADAL" clId="{843F4A8C-F017-416A-8B50-DC29731B04E3}" dt="2026-04-21T22:35:41.667" v="614" actId="26606"/>
          <ac:picMkLst>
            <pc:docMk/>
            <pc:sldMk cId="1454629885" sldId="278"/>
            <ac:picMk id="24" creationId="{50FF2874-547C-4D14-9E18-28B19002FB8C}"/>
          </ac:picMkLst>
        </pc:picChg>
        <pc:cxnChg chg="del">
          <ac:chgData name="Maheshwari, Sundeep Kumar" userId="9a962650-e646-43c7-a3a1-e4d97fd204aa" providerId="ADAL" clId="{843F4A8C-F017-416A-8B50-DC29731B04E3}" dt="2026-04-21T22:35:41.667" v="614" actId="26606"/>
          <ac:cxnSpMkLst>
            <pc:docMk/>
            <pc:sldMk cId="1454629885" sldId="278"/>
            <ac:cxnSpMk id="15" creationId="{98584BD4-5893-DFC9-9447-093D55C6D2C5}"/>
          </ac:cxnSpMkLst>
        </pc:cxnChg>
        <pc:cxnChg chg="del">
          <ac:chgData name="Maheshwari, Sundeep Kumar" userId="9a962650-e646-43c7-a3a1-e4d97fd204aa" providerId="ADAL" clId="{843F4A8C-F017-416A-8B50-DC29731B04E3}" dt="2026-04-21T22:35:41.667" v="614" actId="26606"/>
          <ac:cxnSpMkLst>
            <pc:docMk/>
            <pc:sldMk cId="1454629885" sldId="278"/>
            <ac:cxnSpMk id="17" creationId="{07FF1505-6A7C-41BD-4DB9-41E2F2A19F05}"/>
          </ac:cxnSpMkLst>
        </pc:cxnChg>
        <pc:cxnChg chg="add">
          <ac:chgData name="Maheshwari, Sundeep Kumar" userId="9a962650-e646-43c7-a3a1-e4d97fd204aa" providerId="ADAL" clId="{843F4A8C-F017-416A-8B50-DC29731B04E3}" dt="2026-04-21T22:35:41.667" v="614" actId="26606"/>
          <ac:cxnSpMkLst>
            <pc:docMk/>
            <pc:sldMk cId="1454629885" sldId="278"/>
            <ac:cxnSpMk id="26" creationId="{36CF827D-A163-47F7-BD87-34EB4FA7D696}"/>
          </ac:cxnSpMkLst>
        </pc:cxnChg>
        <pc:cxnChg chg="add">
          <ac:chgData name="Maheshwari, Sundeep Kumar" userId="9a962650-e646-43c7-a3a1-e4d97fd204aa" providerId="ADAL" clId="{843F4A8C-F017-416A-8B50-DC29731B04E3}" dt="2026-04-21T22:35:41.667" v="614" actId="26606"/>
          <ac:cxnSpMkLst>
            <pc:docMk/>
            <pc:sldMk cId="1454629885" sldId="278"/>
            <ac:cxnSpMk id="28" creationId="{D299D9A9-1DA8-433D-A9BC-FB48D93D4217}"/>
          </ac:cxnSpMkLst>
        </pc:cxnChg>
      </pc:sldChg>
      <pc:sldChg chg="addSp delSp modSp add mod">
        <pc:chgData name="Maheshwari, Sundeep Kumar" userId="9a962650-e646-43c7-a3a1-e4d97fd204aa" providerId="ADAL" clId="{843F4A8C-F017-416A-8B50-DC29731B04E3}" dt="2026-04-21T22:39:59.529" v="662" actId="14100"/>
        <pc:sldMkLst>
          <pc:docMk/>
          <pc:sldMk cId="2880547925" sldId="279"/>
        </pc:sldMkLst>
        <pc:spChg chg="mod">
          <ac:chgData name="Maheshwari, Sundeep Kumar" userId="9a962650-e646-43c7-a3a1-e4d97fd204aa" providerId="ADAL" clId="{843F4A8C-F017-416A-8B50-DC29731B04E3}" dt="2026-04-21T22:39:50.353" v="659" actId="26606"/>
          <ac:spMkLst>
            <pc:docMk/>
            <pc:sldMk cId="2880547925" sldId="279"/>
            <ac:spMk id="2" creationId="{EA7B4F1C-A54F-7FD5-3ACD-D035A2A1DCC9}"/>
          </ac:spMkLst>
        </pc:spChg>
        <pc:spChg chg="ord">
          <ac:chgData name="Maheshwari, Sundeep Kumar" userId="9a962650-e646-43c7-a3a1-e4d97fd204aa" providerId="ADAL" clId="{843F4A8C-F017-416A-8B50-DC29731B04E3}" dt="2026-04-21T22:39:50.353" v="659" actId="26606"/>
          <ac:spMkLst>
            <pc:docMk/>
            <pc:sldMk cId="2880547925" sldId="279"/>
            <ac:spMk id="6" creationId="{0A39A299-A5AD-C04D-4FC0-3060CAA3644F}"/>
          </ac:spMkLst>
        </pc:spChg>
        <pc:spChg chg="del">
          <ac:chgData name="Maheshwari, Sundeep Kumar" userId="9a962650-e646-43c7-a3a1-e4d97fd204aa" providerId="ADAL" clId="{843F4A8C-F017-416A-8B50-DC29731B04E3}" dt="2026-04-21T22:37:33.856" v="643" actId="26606"/>
          <ac:spMkLst>
            <pc:docMk/>
            <pc:sldMk cId="2880547925" sldId="279"/>
            <ac:spMk id="22" creationId="{110C308B-3FF5-5F88-95F8-04CF82D1192B}"/>
          </ac:spMkLst>
        </pc:spChg>
        <pc:spChg chg="add del">
          <ac:chgData name="Maheshwari, Sundeep Kumar" userId="9a962650-e646-43c7-a3a1-e4d97fd204aa" providerId="ADAL" clId="{843F4A8C-F017-416A-8B50-DC29731B04E3}" dt="2026-04-21T22:39:50.353" v="659" actId="26606"/>
          <ac:spMkLst>
            <pc:docMk/>
            <pc:sldMk cId="2880547925" sldId="279"/>
            <ac:spMk id="33" creationId="{84C75E2B-CACA-478C-B26B-182AF87A18E3}"/>
          </ac:spMkLst>
        </pc:spChg>
        <pc:spChg chg="add del">
          <ac:chgData name="Maheshwari, Sundeep Kumar" userId="9a962650-e646-43c7-a3a1-e4d97fd204aa" providerId="ADAL" clId="{843F4A8C-F017-416A-8B50-DC29731B04E3}" dt="2026-04-21T22:39:50.321" v="658" actId="26606"/>
          <ac:spMkLst>
            <pc:docMk/>
            <pc:sldMk cId="2880547925" sldId="279"/>
            <ac:spMk id="44" creationId="{EEA869E1-F851-4A52-92F5-77E592B76A5B}"/>
          </ac:spMkLst>
        </pc:spChg>
        <pc:spChg chg="add del">
          <ac:chgData name="Maheshwari, Sundeep Kumar" userId="9a962650-e646-43c7-a3a1-e4d97fd204aa" providerId="ADAL" clId="{843F4A8C-F017-416A-8B50-DC29731B04E3}" dt="2026-04-21T22:39:50.321" v="658" actId="26606"/>
          <ac:spMkLst>
            <pc:docMk/>
            <pc:sldMk cId="2880547925" sldId="279"/>
            <ac:spMk id="52" creationId="{0EF77632-1A0C-4B9F-829B-226E68A78E9F}"/>
          </ac:spMkLst>
        </pc:spChg>
        <pc:spChg chg="add del">
          <ac:chgData name="Maheshwari, Sundeep Kumar" userId="9a962650-e646-43c7-a3a1-e4d97fd204aa" providerId="ADAL" clId="{843F4A8C-F017-416A-8B50-DC29731B04E3}" dt="2026-04-21T22:39:50.321" v="658" actId="26606"/>
          <ac:spMkLst>
            <pc:docMk/>
            <pc:sldMk cId="2880547925" sldId="279"/>
            <ac:spMk id="54" creationId="{F3DCFC27-6BCE-42B6-8372-070EA07685D7}"/>
          </ac:spMkLst>
        </pc:spChg>
        <pc:spChg chg="add">
          <ac:chgData name="Maheshwari, Sundeep Kumar" userId="9a962650-e646-43c7-a3a1-e4d97fd204aa" providerId="ADAL" clId="{843F4A8C-F017-416A-8B50-DC29731B04E3}" dt="2026-04-21T22:39:50.353" v="659" actId="26606"/>
          <ac:spMkLst>
            <pc:docMk/>
            <pc:sldMk cId="2880547925" sldId="279"/>
            <ac:spMk id="62" creationId="{EEA869E1-F851-4A52-92F5-77E592B76A5B}"/>
          </ac:spMkLst>
        </pc:spChg>
        <pc:spChg chg="add">
          <ac:chgData name="Maheshwari, Sundeep Kumar" userId="9a962650-e646-43c7-a3a1-e4d97fd204aa" providerId="ADAL" clId="{843F4A8C-F017-416A-8B50-DC29731B04E3}" dt="2026-04-21T22:39:50.353" v="659" actId="26606"/>
          <ac:spMkLst>
            <pc:docMk/>
            <pc:sldMk cId="2880547925" sldId="279"/>
            <ac:spMk id="66" creationId="{E7ABCFA2-55B0-438C-A39A-637FFC6246E8}"/>
          </ac:spMkLst>
        </pc:spChg>
        <pc:spChg chg="add">
          <ac:chgData name="Maheshwari, Sundeep Kumar" userId="9a962650-e646-43c7-a3a1-e4d97fd204aa" providerId="ADAL" clId="{843F4A8C-F017-416A-8B50-DC29731B04E3}" dt="2026-04-21T22:39:50.353" v="659" actId="26606"/>
          <ac:spMkLst>
            <pc:docMk/>
            <pc:sldMk cId="2880547925" sldId="279"/>
            <ac:spMk id="67" creationId="{1BD2C934-710E-4E0E-9ED4-03F07E019205}"/>
          </ac:spMkLst>
        </pc:spChg>
        <pc:picChg chg="add del mod">
          <ac:chgData name="Maheshwari, Sundeep Kumar" userId="9a962650-e646-43c7-a3a1-e4d97fd204aa" providerId="ADAL" clId="{843F4A8C-F017-416A-8B50-DC29731B04E3}" dt="2026-04-21T22:39:04.652" v="651" actId="478"/>
          <ac:picMkLst>
            <pc:docMk/>
            <pc:sldMk cId="2880547925" sldId="279"/>
            <ac:picMk id="4" creationId="{2077BB29-D535-230D-33DC-56CB22AE9B78}"/>
          </ac:picMkLst>
        </pc:picChg>
        <pc:picChg chg="del">
          <ac:chgData name="Maheshwari, Sundeep Kumar" userId="9a962650-e646-43c7-a3a1-e4d97fd204aa" providerId="ADAL" clId="{843F4A8C-F017-416A-8B50-DC29731B04E3}" dt="2026-04-21T22:36:09.348" v="618" actId="478"/>
          <ac:picMkLst>
            <pc:docMk/>
            <pc:sldMk cId="2880547925" sldId="279"/>
            <ac:picMk id="5" creationId="{80B89225-46F2-2025-5E50-5EAE0B24E06D}"/>
          </ac:picMkLst>
        </pc:picChg>
        <pc:picChg chg="add mod ord">
          <ac:chgData name="Maheshwari, Sundeep Kumar" userId="9a962650-e646-43c7-a3a1-e4d97fd204aa" providerId="ADAL" clId="{843F4A8C-F017-416A-8B50-DC29731B04E3}" dt="2026-04-21T22:39:59.529" v="662" actId="14100"/>
          <ac:picMkLst>
            <pc:docMk/>
            <pc:sldMk cId="2880547925" sldId="279"/>
            <ac:picMk id="8" creationId="{7F1DDDF0-1991-2C53-3B95-9AC4D290DEC9}"/>
          </ac:picMkLst>
        </pc:picChg>
        <pc:picChg chg="add mod">
          <ac:chgData name="Maheshwari, Sundeep Kumar" userId="9a962650-e646-43c7-a3a1-e4d97fd204aa" providerId="ADAL" clId="{843F4A8C-F017-416A-8B50-DC29731B04E3}" dt="2026-04-21T22:39:50.353" v="659" actId="26606"/>
          <ac:picMkLst>
            <pc:docMk/>
            <pc:sldMk cId="2880547925" sldId="279"/>
            <ac:picMk id="10" creationId="{B588C62B-EF46-1BDA-E2F7-BE722D44E09C}"/>
          </ac:picMkLst>
        </pc:picChg>
        <pc:picChg chg="del">
          <ac:chgData name="Maheshwari, Sundeep Kumar" userId="9a962650-e646-43c7-a3a1-e4d97fd204aa" providerId="ADAL" clId="{843F4A8C-F017-416A-8B50-DC29731B04E3}" dt="2026-04-21T22:37:33.856" v="643" actId="26606"/>
          <ac:picMkLst>
            <pc:docMk/>
            <pc:sldMk cId="2880547925" sldId="279"/>
            <ac:picMk id="24" creationId="{CFBAB9B5-6ABE-C927-F3AD-541BC89DCAB4}"/>
          </ac:picMkLst>
        </pc:picChg>
        <pc:picChg chg="add del">
          <ac:chgData name="Maheshwari, Sundeep Kumar" userId="9a962650-e646-43c7-a3a1-e4d97fd204aa" providerId="ADAL" clId="{843F4A8C-F017-416A-8B50-DC29731B04E3}" dt="2026-04-21T22:39:50.353" v="659" actId="26606"/>
          <ac:picMkLst>
            <pc:docMk/>
            <pc:sldMk cId="2880547925" sldId="279"/>
            <ac:picMk id="35" creationId="{50FF2874-547C-4D14-9E18-28B19002FB8C}"/>
          </ac:picMkLst>
        </pc:picChg>
        <pc:picChg chg="add del">
          <ac:chgData name="Maheshwari, Sundeep Kumar" userId="9a962650-e646-43c7-a3a1-e4d97fd204aa" providerId="ADAL" clId="{843F4A8C-F017-416A-8B50-DC29731B04E3}" dt="2026-04-21T22:39:50.321" v="658" actId="26606"/>
          <ac:picMkLst>
            <pc:docMk/>
            <pc:sldMk cId="2880547925" sldId="279"/>
            <ac:picMk id="46" creationId="{B083AD55-8296-44BD-8E14-DD2DDBC351B0}"/>
          </ac:picMkLst>
        </pc:picChg>
        <pc:picChg chg="add del">
          <ac:chgData name="Maheshwari, Sundeep Kumar" userId="9a962650-e646-43c7-a3a1-e4d97fd204aa" providerId="ADAL" clId="{843F4A8C-F017-416A-8B50-DC29731B04E3}" dt="2026-04-21T22:39:50.321" v="658" actId="26606"/>
          <ac:picMkLst>
            <pc:docMk/>
            <pc:sldMk cId="2880547925" sldId="279"/>
            <ac:picMk id="58" creationId="{F82046CE-87C5-4670-A404-6AB453F5A928}"/>
          </ac:picMkLst>
        </pc:picChg>
        <pc:picChg chg="add">
          <ac:chgData name="Maheshwari, Sundeep Kumar" userId="9a962650-e646-43c7-a3a1-e4d97fd204aa" providerId="ADAL" clId="{843F4A8C-F017-416A-8B50-DC29731B04E3}" dt="2026-04-21T22:39:50.353" v="659" actId="26606"/>
          <ac:picMkLst>
            <pc:docMk/>
            <pc:sldMk cId="2880547925" sldId="279"/>
            <ac:picMk id="63" creationId="{B083AD55-8296-44BD-8E14-DD2DDBC351B0}"/>
          </ac:picMkLst>
        </pc:picChg>
        <pc:cxnChg chg="del">
          <ac:chgData name="Maheshwari, Sundeep Kumar" userId="9a962650-e646-43c7-a3a1-e4d97fd204aa" providerId="ADAL" clId="{843F4A8C-F017-416A-8B50-DC29731B04E3}" dt="2026-04-21T22:37:33.856" v="643" actId="26606"/>
          <ac:cxnSpMkLst>
            <pc:docMk/>
            <pc:sldMk cId="2880547925" sldId="279"/>
            <ac:cxnSpMk id="26" creationId="{06BDEE4B-6709-BEEE-DCCC-C23A47F76681}"/>
          </ac:cxnSpMkLst>
        </pc:cxnChg>
        <pc:cxnChg chg="del">
          <ac:chgData name="Maheshwari, Sundeep Kumar" userId="9a962650-e646-43c7-a3a1-e4d97fd204aa" providerId="ADAL" clId="{843F4A8C-F017-416A-8B50-DC29731B04E3}" dt="2026-04-21T22:37:33.856" v="643" actId="26606"/>
          <ac:cxnSpMkLst>
            <pc:docMk/>
            <pc:sldMk cId="2880547925" sldId="279"/>
            <ac:cxnSpMk id="28" creationId="{0EF3E57C-7ACA-8341-01E9-B87B1E220F5C}"/>
          </ac:cxnSpMkLst>
        </pc:cxnChg>
        <pc:cxnChg chg="add">
          <ac:chgData name="Maheshwari, Sundeep Kumar" userId="9a962650-e646-43c7-a3a1-e4d97fd204aa" providerId="ADAL" clId="{843F4A8C-F017-416A-8B50-DC29731B04E3}" dt="2026-04-21T22:37:33.856" v="643" actId="26606"/>
          <ac:cxnSpMkLst>
            <pc:docMk/>
            <pc:sldMk cId="2880547925" sldId="279"/>
            <ac:cxnSpMk id="37" creationId="{36CF827D-A163-47F7-BD87-34EB4FA7D696}"/>
          </ac:cxnSpMkLst>
        </pc:cxnChg>
        <pc:cxnChg chg="add">
          <ac:chgData name="Maheshwari, Sundeep Kumar" userId="9a962650-e646-43c7-a3a1-e4d97fd204aa" providerId="ADAL" clId="{843F4A8C-F017-416A-8B50-DC29731B04E3}" dt="2026-04-21T22:37:33.856" v="643" actId="26606"/>
          <ac:cxnSpMkLst>
            <pc:docMk/>
            <pc:sldMk cId="2880547925" sldId="279"/>
            <ac:cxnSpMk id="39" creationId="{D299D9A9-1DA8-433D-A9BC-FB48D93D4217}"/>
          </ac:cxnSpMkLst>
        </pc:cxnChg>
      </pc:sldChg>
      <pc:sldChg chg="addSp delSp modSp add mod ord setBg addAnim delDesignElem">
        <pc:chgData name="Maheshwari, Sundeep Kumar" userId="9a962650-e646-43c7-a3a1-e4d97fd204aa" providerId="ADAL" clId="{843F4A8C-F017-416A-8B50-DC29731B04E3}" dt="2026-04-21T22:50:59.189" v="686"/>
        <pc:sldMkLst>
          <pc:docMk/>
          <pc:sldMk cId="1151636123" sldId="280"/>
        </pc:sldMkLst>
        <pc:spChg chg="mod">
          <ac:chgData name="Maheshwari, Sundeep Kumar" userId="9a962650-e646-43c7-a3a1-e4d97fd204aa" providerId="ADAL" clId="{843F4A8C-F017-416A-8B50-DC29731B04E3}" dt="2026-04-21T22:48:44.642" v="679" actId="20577"/>
          <ac:spMkLst>
            <pc:docMk/>
            <pc:sldMk cId="1151636123" sldId="280"/>
            <ac:spMk id="2" creationId="{86003D73-7B6F-06E3-2861-13691DD3B423}"/>
          </ac:spMkLst>
        </pc:spChg>
        <pc:spChg chg="add del">
          <ac:chgData name="Maheshwari, Sundeep Kumar" userId="9a962650-e646-43c7-a3a1-e4d97fd204aa" providerId="ADAL" clId="{843F4A8C-F017-416A-8B50-DC29731B04E3}" dt="2026-04-21T22:50:59.187" v="684" actId="26606"/>
          <ac:spMkLst>
            <pc:docMk/>
            <pc:sldMk cId="1151636123" sldId="280"/>
            <ac:spMk id="8" creationId="{84C75E2B-CACA-478C-B26B-182AF87A18E3}"/>
          </ac:spMkLst>
        </pc:spChg>
        <pc:spChg chg="del">
          <ac:chgData name="Maheshwari, Sundeep Kumar" userId="9a962650-e646-43c7-a3a1-e4d97fd204aa" providerId="ADAL" clId="{843F4A8C-F017-416A-8B50-DC29731B04E3}" dt="2026-04-21T22:48:31.609" v="668"/>
          <ac:spMkLst>
            <pc:docMk/>
            <pc:sldMk cId="1151636123" sldId="280"/>
            <ac:spMk id="18" creationId="{5E239B87-0BF4-66C6-002C-04AB19EDA53B}"/>
          </ac:spMkLst>
        </pc:spChg>
        <pc:spChg chg="add">
          <ac:chgData name="Maheshwari, Sundeep Kumar" userId="9a962650-e646-43c7-a3a1-e4d97fd204aa" providerId="ADAL" clId="{843F4A8C-F017-416A-8B50-DC29731B04E3}" dt="2026-04-21T22:50:59.187" v="684" actId="26606"/>
          <ac:spMkLst>
            <pc:docMk/>
            <pc:sldMk cId="1151636123" sldId="280"/>
            <ac:spMk id="21" creationId="{84C75E2B-CACA-478C-B26B-182AF87A18E3}"/>
          </ac:spMkLst>
        </pc:spChg>
        <pc:graphicFrameChg chg="add del mod">
          <ac:chgData name="Maheshwari, Sundeep Kumar" userId="9a962650-e646-43c7-a3a1-e4d97fd204aa" providerId="ADAL" clId="{843F4A8C-F017-416A-8B50-DC29731B04E3}" dt="2026-04-21T22:50:53.265" v="683" actId="478"/>
          <ac:graphicFrameMkLst>
            <pc:docMk/>
            <pc:sldMk cId="1151636123" sldId="280"/>
            <ac:graphicFrameMk id="3" creationId="{82620FA8-B5D8-2E83-2768-F26BA8614031}"/>
          </ac:graphicFrameMkLst>
        </pc:graphicFrameChg>
        <pc:graphicFrameChg chg="del">
          <ac:chgData name="Maheshwari, Sundeep Kumar" userId="9a962650-e646-43c7-a3a1-e4d97fd204aa" providerId="ADAL" clId="{843F4A8C-F017-416A-8B50-DC29731B04E3}" dt="2026-04-21T22:48:50.905" v="680" actId="478"/>
          <ac:graphicFrameMkLst>
            <pc:docMk/>
            <pc:sldMk cId="1151636123" sldId="280"/>
            <ac:graphicFrameMk id="13" creationId="{69CDD3F7-2F1B-C87D-14AD-08D74AAA6705}"/>
          </ac:graphicFrameMkLst>
        </pc:graphicFrameChg>
        <pc:picChg chg="add del">
          <ac:chgData name="Maheshwari, Sundeep Kumar" userId="9a962650-e646-43c7-a3a1-e4d97fd204aa" providerId="ADAL" clId="{843F4A8C-F017-416A-8B50-DC29731B04E3}" dt="2026-04-21T22:50:59.187" v="684" actId="26606"/>
          <ac:picMkLst>
            <pc:docMk/>
            <pc:sldMk cId="1151636123" sldId="280"/>
            <ac:picMk id="10" creationId="{50FF2874-547C-4D14-9E18-28B19002FB8C}"/>
          </ac:picMkLst>
        </pc:picChg>
        <pc:picChg chg="add">
          <ac:chgData name="Maheshwari, Sundeep Kumar" userId="9a962650-e646-43c7-a3a1-e4d97fd204aa" providerId="ADAL" clId="{843F4A8C-F017-416A-8B50-DC29731B04E3}" dt="2026-04-21T22:50:59.187" v="684" actId="26606"/>
          <ac:picMkLst>
            <pc:docMk/>
            <pc:sldMk cId="1151636123" sldId="280"/>
            <ac:picMk id="16" creationId="{B00A166A-E945-403D-311F-A29896B99061}"/>
          </ac:picMkLst>
        </pc:picChg>
        <pc:picChg chg="del">
          <ac:chgData name="Maheshwari, Sundeep Kumar" userId="9a962650-e646-43c7-a3a1-e4d97fd204aa" providerId="ADAL" clId="{843F4A8C-F017-416A-8B50-DC29731B04E3}" dt="2026-04-21T22:48:31.609" v="668"/>
          <ac:picMkLst>
            <pc:docMk/>
            <pc:sldMk cId="1151636123" sldId="280"/>
            <ac:picMk id="20" creationId="{71020F70-0997-39EE-1EB6-BC6FF1EDF67A}"/>
          </ac:picMkLst>
        </pc:picChg>
        <pc:picChg chg="add">
          <ac:chgData name="Maheshwari, Sundeep Kumar" userId="9a962650-e646-43c7-a3a1-e4d97fd204aa" providerId="ADAL" clId="{843F4A8C-F017-416A-8B50-DC29731B04E3}" dt="2026-04-21T22:50:59.187" v="684" actId="26606"/>
          <ac:picMkLst>
            <pc:docMk/>
            <pc:sldMk cId="1151636123" sldId="280"/>
            <ac:picMk id="23" creationId="{50FF2874-547C-4D14-9E18-28B19002FB8C}"/>
          </ac:picMkLst>
        </pc:picChg>
        <pc:cxnChg chg="add del">
          <ac:chgData name="Maheshwari, Sundeep Kumar" userId="9a962650-e646-43c7-a3a1-e4d97fd204aa" providerId="ADAL" clId="{843F4A8C-F017-416A-8B50-DC29731B04E3}" dt="2026-04-21T22:50:59.187" v="684" actId="26606"/>
          <ac:cxnSpMkLst>
            <pc:docMk/>
            <pc:sldMk cId="1151636123" sldId="280"/>
            <ac:cxnSpMk id="12" creationId="{36CF827D-A163-47F7-BD87-34EB4FA7D696}"/>
          </ac:cxnSpMkLst>
        </pc:cxnChg>
        <pc:cxnChg chg="add del">
          <ac:chgData name="Maheshwari, Sundeep Kumar" userId="9a962650-e646-43c7-a3a1-e4d97fd204aa" providerId="ADAL" clId="{843F4A8C-F017-416A-8B50-DC29731B04E3}" dt="2026-04-21T22:50:59.187" v="684" actId="26606"/>
          <ac:cxnSpMkLst>
            <pc:docMk/>
            <pc:sldMk cId="1151636123" sldId="280"/>
            <ac:cxnSpMk id="14" creationId="{D299D9A9-1DA8-433D-A9BC-FB48D93D4217}"/>
          </ac:cxnSpMkLst>
        </pc:cxnChg>
        <pc:cxnChg chg="del">
          <ac:chgData name="Maheshwari, Sundeep Kumar" userId="9a962650-e646-43c7-a3a1-e4d97fd204aa" providerId="ADAL" clId="{843F4A8C-F017-416A-8B50-DC29731B04E3}" dt="2026-04-21T22:48:31.609" v="668"/>
          <ac:cxnSpMkLst>
            <pc:docMk/>
            <pc:sldMk cId="1151636123" sldId="280"/>
            <ac:cxnSpMk id="22" creationId="{DF3BB11A-1332-B031-BC77-C9266BD18395}"/>
          </ac:cxnSpMkLst>
        </pc:cxnChg>
        <pc:cxnChg chg="del">
          <ac:chgData name="Maheshwari, Sundeep Kumar" userId="9a962650-e646-43c7-a3a1-e4d97fd204aa" providerId="ADAL" clId="{843F4A8C-F017-416A-8B50-DC29731B04E3}" dt="2026-04-21T22:48:31.609" v="668"/>
          <ac:cxnSpMkLst>
            <pc:docMk/>
            <pc:sldMk cId="1151636123" sldId="280"/>
            <ac:cxnSpMk id="24" creationId="{6F427304-1EB3-5578-BD2F-E8AC6204446F}"/>
          </ac:cxnSpMkLst>
        </pc:cxnChg>
        <pc:cxnChg chg="add">
          <ac:chgData name="Maheshwari, Sundeep Kumar" userId="9a962650-e646-43c7-a3a1-e4d97fd204aa" providerId="ADAL" clId="{843F4A8C-F017-416A-8B50-DC29731B04E3}" dt="2026-04-21T22:50:59.187" v="684" actId="26606"/>
          <ac:cxnSpMkLst>
            <pc:docMk/>
            <pc:sldMk cId="1151636123" sldId="280"/>
            <ac:cxnSpMk id="25" creationId="{36CF827D-A163-47F7-BD87-34EB4FA7D696}"/>
          </ac:cxnSpMkLst>
        </pc:cxnChg>
        <pc:cxnChg chg="add">
          <ac:chgData name="Maheshwari, Sundeep Kumar" userId="9a962650-e646-43c7-a3a1-e4d97fd204aa" providerId="ADAL" clId="{843F4A8C-F017-416A-8B50-DC29731B04E3}" dt="2026-04-21T22:50:59.187" v="684" actId="26606"/>
          <ac:cxnSpMkLst>
            <pc:docMk/>
            <pc:sldMk cId="1151636123" sldId="280"/>
            <ac:cxnSpMk id="27" creationId="{D299D9A9-1DA8-433D-A9BC-FB48D93D4217}"/>
          </ac:cxnSpMkLst>
        </pc:cxnChg>
      </pc:sldChg>
      <pc:sldChg chg="delSp add del mod">
        <pc:chgData name="Maheshwari, Sundeep Kumar" userId="9a962650-e646-43c7-a3a1-e4d97fd204aa" providerId="ADAL" clId="{843F4A8C-F017-416A-8B50-DC29731B04E3}" dt="2026-04-21T22:48:20.306" v="666" actId="2696"/>
        <pc:sldMkLst>
          <pc:docMk/>
          <pc:sldMk cId="2266769440" sldId="280"/>
        </pc:sldMkLst>
        <pc:picChg chg="del">
          <ac:chgData name="Maheshwari, Sundeep Kumar" userId="9a962650-e646-43c7-a3a1-e4d97fd204aa" providerId="ADAL" clId="{843F4A8C-F017-416A-8B50-DC29731B04E3}" dt="2026-04-21T22:48:11.662" v="665" actId="478"/>
          <ac:picMkLst>
            <pc:docMk/>
            <pc:sldMk cId="2266769440" sldId="280"/>
            <ac:picMk id="8" creationId="{EE499301-0593-6C7A-AC78-A3C0729D25CB}"/>
          </ac:picMkLst>
        </pc:picChg>
        <pc:picChg chg="del">
          <ac:chgData name="Maheshwari, Sundeep Kumar" userId="9a962650-e646-43c7-a3a1-e4d97fd204aa" providerId="ADAL" clId="{843F4A8C-F017-416A-8B50-DC29731B04E3}" dt="2026-04-21T22:48:10.926" v="664" actId="478"/>
          <ac:picMkLst>
            <pc:docMk/>
            <pc:sldMk cId="2266769440" sldId="280"/>
            <ac:picMk id="10" creationId="{1EAACD1B-06FB-E72D-2F06-6A835F21C96C}"/>
          </ac:picMkLst>
        </pc:picChg>
      </pc:sldChg>
    </pc:docChg>
  </pc:docChgLst>
  <pc:docChgLst>
    <pc:chgData name="Maheshwari, Sundeep Kumar" userId="S::sundeep.maheshwari@capgemini.com::9a962650-e646-43c7-a3a1-e4d97fd204aa" providerId="AD" clId="Web-{FC9235A8-B6FE-6C7F-9CEC-BE554B5C4D96}"/>
    <pc:docChg chg="modSld">
      <pc:chgData name="Maheshwari, Sundeep Kumar" userId="S::sundeep.maheshwari@capgemini.com::9a962650-e646-43c7-a3a1-e4d97fd204aa" providerId="AD" clId="Web-{FC9235A8-B6FE-6C7F-9CEC-BE554B5C4D96}" dt="2026-04-02T19:22:11.802" v="8"/>
      <pc:docMkLst>
        <pc:docMk/>
      </pc:docMkLst>
    </pc:docChg>
  </pc:docChgLst>
  <pc:docChgLst>
    <pc:chgData name="Maheshwari, Sundeep Kumar" userId="S::sundeep.maheshwari@capgemini.com::9a962650-e646-43c7-a3a1-e4d97fd204aa" providerId="AD" clId="Web-{05DC2737-CDC7-808F-93A5-4844AE4C61EB}"/>
    <pc:docChg chg="addSld modSld sldOrd modSection">
      <pc:chgData name="Maheshwari, Sundeep Kumar" userId="S::sundeep.maheshwari@capgemini.com::9a962650-e646-43c7-a3a1-e4d97fd204aa" providerId="AD" clId="Web-{05DC2737-CDC7-808F-93A5-4844AE4C61EB}" dt="2026-04-02T21:05:58.646" v="36" actId="14100"/>
      <pc:docMkLst>
        <pc:docMk/>
      </pc:docMkLst>
      <pc:sldChg chg="addSp delSp modSp add ord replId">
        <pc:chgData name="Maheshwari, Sundeep Kumar" userId="S::sundeep.maheshwari@capgemini.com::9a962650-e646-43c7-a3a1-e4d97fd204aa" providerId="AD" clId="Web-{05DC2737-CDC7-808F-93A5-4844AE4C61EB}" dt="2026-04-02T21:05:58.646" v="36" actId="14100"/>
        <pc:sldMkLst>
          <pc:docMk/>
          <pc:sldMk cId="2099176095" sldId="268"/>
        </pc:sldMkLst>
        <pc:spChg chg="mod">
          <ac:chgData name="Maheshwari, Sundeep Kumar" userId="S::sundeep.maheshwari@capgemini.com::9a962650-e646-43c7-a3a1-e4d97fd204aa" providerId="AD" clId="Web-{05DC2737-CDC7-808F-93A5-4844AE4C61EB}" dt="2026-04-02T21:02:55.380" v="14" actId="20577"/>
          <ac:spMkLst>
            <pc:docMk/>
            <pc:sldMk cId="2099176095" sldId="268"/>
            <ac:spMk id="2" creationId="{12112AD5-9189-D782-0E75-4F261EA17F19}"/>
          </ac:spMkLst>
        </pc:spChg>
        <pc:picChg chg="add mod">
          <ac:chgData name="Maheshwari, Sundeep Kumar" userId="S::sundeep.maheshwari@capgemini.com::9a962650-e646-43c7-a3a1-e4d97fd204aa" providerId="AD" clId="Web-{05DC2737-CDC7-808F-93A5-4844AE4C61EB}" dt="2026-04-02T21:05:17.662" v="32" actId="14100"/>
          <ac:picMkLst>
            <pc:docMk/>
            <pc:sldMk cId="2099176095" sldId="268"/>
            <ac:picMk id="4" creationId="{3C358C18-32E6-5888-0EB0-4D71BE4F97E4}"/>
          </ac:picMkLst>
        </pc:picChg>
        <pc:picChg chg="add mod">
          <ac:chgData name="Maheshwari, Sundeep Kumar" userId="S::sundeep.maheshwari@capgemini.com::9a962650-e646-43c7-a3a1-e4d97fd204aa" providerId="AD" clId="Web-{05DC2737-CDC7-808F-93A5-4844AE4C61EB}" dt="2026-04-02T21:05:58.646" v="36" actId="14100"/>
          <ac:picMkLst>
            <pc:docMk/>
            <pc:sldMk cId="2099176095" sldId="268"/>
            <ac:picMk id="5" creationId="{1A6E2D1A-3371-A425-2C89-4C61306AFC1F}"/>
          </ac:picMkLst>
        </pc:picChg>
      </pc:sldChg>
    </pc:docChg>
  </pc:docChgLst>
  <pc:docChgLst>
    <pc:chgData name="Maheshwari, Sundeep Kumar" userId="S::sundeep.maheshwari@capgemini.com::9a962650-e646-43c7-a3a1-e4d97fd204aa" providerId="AD" clId="Web-{9997F13E-4C39-83C7-4FEE-E19A2360C120}"/>
    <pc:docChg chg="modSld">
      <pc:chgData name="Maheshwari, Sundeep Kumar" userId="S::sundeep.maheshwari@capgemini.com::9a962650-e646-43c7-a3a1-e4d97fd204aa" providerId="AD" clId="Web-{9997F13E-4C39-83C7-4FEE-E19A2360C120}" dt="2026-03-23T13:14:11.568" v="5"/>
      <pc:docMkLst>
        <pc:docMk/>
      </pc:docMkLst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6DEB04-11E5-4048-B933-87DA6B829B9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AEE31A1-CCCA-4D4F-AC21-19F094D9430C}">
      <dgm:prSet/>
      <dgm:spPr/>
      <dgm:t>
        <a:bodyPr/>
        <a:lstStyle/>
        <a:p>
          <a:r>
            <a:rPr lang="en-US"/>
            <a:t>The client operates 200+ Azure subscriptions, spanning legacy and newly provisioned environments</a:t>
          </a:r>
        </a:p>
      </dgm:t>
    </dgm:pt>
    <dgm:pt modelId="{34A628C0-005A-4F81-94FF-82D5551FF784}" type="parTrans" cxnId="{745FA96C-34A3-470D-BB8A-957E0B05851D}">
      <dgm:prSet/>
      <dgm:spPr/>
      <dgm:t>
        <a:bodyPr/>
        <a:lstStyle/>
        <a:p>
          <a:endParaRPr lang="en-US"/>
        </a:p>
      </dgm:t>
    </dgm:pt>
    <dgm:pt modelId="{642670AC-3205-4F08-8C87-3766605B78FA}" type="sibTrans" cxnId="{745FA96C-34A3-470D-BB8A-957E0B05851D}">
      <dgm:prSet/>
      <dgm:spPr/>
      <dgm:t>
        <a:bodyPr/>
        <a:lstStyle/>
        <a:p>
          <a:endParaRPr lang="en-US"/>
        </a:p>
      </dgm:t>
    </dgm:pt>
    <dgm:pt modelId="{D0FB94EC-5D74-4A2E-8EA4-0DCC7906774B}">
      <dgm:prSet/>
      <dgm:spPr/>
      <dgm:t>
        <a:bodyPr/>
        <a:lstStyle/>
        <a:p>
          <a:r>
            <a:rPr lang="en-US"/>
            <a:t>Strategic goal is to govern all application (managed) infrastructure via Terraform Cloud</a:t>
          </a:r>
        </a:p>
      </dgm:t>
    </dgm:pt>
    <dgm:pt modelId="{0BC6F427-7CBE-4997-91F5-A9BBFF3217CF}" type="parTrans" cxnId="{D78F13E2-D628-48B9-B8CC-E4A908F3EE8C}">
      <dgm:prSet/>
      <dgm:spPr/>
      <dgm:t>
        <a:bodyPr/>
        <a:lstStyle/>
        <a:p>
          <a:endParaRPr lang="en-US"/>
        </a:p>
      </dgm:t>
    </dgm:pt>
    <dgm:pt modelId="{0424FECF-6382-40BC-BB9E-55925D68FD5B}" type="sibTrans" cxnId="{D78F13E2-D628-48B9-B8CC-E4A908F3EE8C}">
      <dgm:prSet/>
      <dgm:spPr/>
      <dgm:t>
        <a:bodyPr/>
        <a:lstStyle/>
        <a:p>
          <a:endParaRPr lang="en-US"/>
        </a:p>
      </dgm:t>
    </dgm:pt>
    <dgm:pt modelId="{FC2F89A9-773D-4021-A8CB-042596B16BE8}">
      <dgm:prSet/>
      <dgm:spPr/>
      <dgm:t>
        <a:bodyPr/>
        <a:lstStyle/>
        <a:p>
          <a:r>
            <a:rPr lang="en-US"/>
            <a:t>Migration requires repeated assessment, export, and refactoring across hundreds of subscriptions</a:t>
          </a:r>
        </a:p>
      </dgm:t>
    </dgm:pt>
    <dgm:pt modelId="{114C47EC-24FE-4B64-A9B1-8A7018648625}" type="parTrans" cxnId="{A1FB9D19-9316-4E54-98B8-701290FE1F74}">
      <dgm:prSet/>
      <dgm:spPr/>
      <dgm:t>
        <a:bodyPr/>
        <a:lstStyle/>
        <a:p>
          <a:endParaRPr lang="en-US"/>
        </a:p>
      </dgm:t>
    </dgm:pt>
    <dgm:pt modelId="{9185986B-8E2B-480D-9473-B2C4375FCC53}" type="sibTrans" cxnId="{A1FB9D19-9316-4E54-98B8-701290FE1F74}">
      <dgm:prSet/>
      <dgm:spPr/>
      <dgm:t>
        <a:bodyPr/>
        <a:lstStyle/>
        <a:p>
          <a:endParaRPr lang="en-US"/>
        </a:p>
      </dgm:t>
    </dgm:pt>
    <dgm:pt modelId="{C27E38D6-2A96-4D27-92C6-84CC8AB862F0}">
      <dgm:prSet/>
      <dgm:spPr/>
      <dgm:t>
        <a:bodyPr/>
        <a:lstStyle/>
        <a:p>
          <a:r>
            <a:rPr lang="en-US"/>
            <a:t>Current manual approach is time‑consuming, error‑prone, and difficult to scale</a:t>
          </a:r>
        </a:p>
      </dgm:t>
    </dgm:pt>
    <dgm:pt modelId="{793D8A55-1968-4A4B-A217-E6629E13A4BE}" type="parTrans" cxnId="{4A91734A-83E1-4383-8CFB-DD1266511A70}">
      <dgm:prSet/>
      <dgm:spPr/>
      <dgm:t>
        <a:bodyPr/>
        <a:lstStyle/>
        <a:p>
          <a:endParaRPr lang="en-US"/>
        </a:p>
      </dgm:t>
    </dgm:pt>
    <dgm:pt modelId="{216F1FAC-E8C1-4134-95A8-E5CD621A6C26}" type="sibTrans" cxnId="{4A91734A-83E1-4383-8CFB-DD1266511A70}">
      <dgm:prSet/>
      <dgm:spPr/>
      <dgm:t>
        <a:bodyPr/>
        <a:lstStyle/>
        <a:p>
          <a:endParaRPr lang="en-US"/>
        </a:p>
      </dgm:t>
    </dgm:pt>
    <dgm:pt modelId="{D3C281B2-328F-4EEB-9D2E-22CBAD2D8081}" type="pres">
      <dgm:prSet presAssocID="{C76DEB04-11E5-4048-B933-87DA6B829B9B}" presName="root" presStyleCnt="0">
        <dgm:presLayoutVars>
          <dgm:dir/>
          <dgm:resizeHandles val="exact"/>
        </dgm:presLayoutVars>
      </dgm:prSet>
      <dgm:spPr/>
    </dgm:pt>
    <dgm:pt modelId="{B93A788C-002A-4FE4-91A6-1CB9A94F4C83}" type="pres">
      <dgm:prSet presAssocID="{C76DEB04-11E5-4048-B933-87DA6B829B9B}" presName="container" presStyleCnt="0">
        <dgm:presLayoutVars>
          <dgm:dir/>
          <dgm:resizeHandles val="exact"/>
        </dgm:presLayoutVars>
      </dgm:prSet>
      <dgm:spPr/>
    </dgm:pt>
    <dgm:pt modelId="{4149A854-1952-4E7C-8E6D-731F4C8B6907}" type="pres">
      <dgm:prSet presAssocID="{3AEE31A1-CCCA-4D4F-AC21-19F094D9430C}" presName="compNode" presStyleCnt="0"/>
      <dgm:spPr/>
    </dgm:pt>
    <dgm:pt modelId="{791433A5-2CB3-4361-B320-D567D3D851D6}" type="pres">
      <dgm:prSet presAssocID="{3AEE31A1-CCCA-4D4F-AC21-19F094D9430C}" presName="iconBgRect" presStyleLbl="bgShp" presStyleIdx="0" presStyleCnt="4"/>
      <dgm:spPr/>
    </dgm:pt>
    <dgm:pt modelId="{7844FB6E-FD5D-4A1D-B2D7-53922FA6F752}" type="pres">
      <dgm:prSet presAssocID="{3AEE31A1-CCCA-4D4F-AC21-19F094D9430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8754BA7-DDA3-4F1C-9370-8706F408B853}" type="pres">
      <dgm:prSet presAssocID="{3AEE31A1-CCCA-4D4F-AC21-19F094D9430C}" presName="spaceRect" presStyleCnt="0"/>
      <dgm:spPr/>
    </dgm:pt>
    <dgm:pt modelId="{F8D41FDF-20CD-4783-BCA4-547258766809}" type="pres">
      <dgm:prSet presAssocID="{3AEE31A1-CCCA-4D4F-AC21-19F094D9430C}" presName="textRect" presStyleLbl="revTx" presStyleIdx="0" presStyleCnt="4">
        <dgm:presLayoutVars>
          <dgm:chMax val="1"/>
          <dgm:chPref val="1"/>
        </dgm:presLayoutVars>
      </dgm:prSet>
      <dgm:spPr/>
    </dgm:pt>
    <dgm:pt modelId="{A9F0B03C-D020-4FF6-8662-7B08AA02F4A6}" type="pres">
      <dgm:prSet presAssocID="{642670AC-3205-4F08-8C87-3766605B78FA}" presName="sibTrans" presStyleLbl="sibTrans2D1" presStyleIdx="0" presStyleCnt="0"/>
      <dgm:spPr/>
    </dgm:pt>
    <dgm:pt modelId="{7C025F2F-1B11-4224-92C1-6251A81AF1BC}" type="pres">
      <dgm:prSet presAssocID="{D0FB94EC-5D74-4A2E-8EA4-0DCC7906774B}" presName="compNode" presStyleCnt="0"/>
      <dgm:spPr/>
    </dgm:pt>
    <dgm:pt modelId="{220F7C36-288D-4D99-8D44-DB5501C2442B}" type="pres">
      <dgm:prSet presAssocID="{D0FB94EC-5D74-4A2E-8EA4-0DCC7906774B}" presName="iconBgRect" presStyleLbl="bgShp" presStyleIdx="1" presStyleCnt="4"/>
      <dgm:spPr/>
    </dgm:pt>
    <dgm:pt modelId="{E4BCB5B3-1852-467F-B0A2-267FE472A32C}" type="pres">
      <dgm:prSet presAssocID="{D0FB94EC-5D74-4A2E-8EA4-0DCC7906774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94D82201-C965-44EE-9184-5542404087EB}" type="pres">
      <dgm:prSet presAssocID="{D0FB94EC-5D74-4A2E-8EA4-0DCC7906774B}" presName="spaceRect" presStyleCnt="0"/>
      <dgm:spPr/>
    </dgm:pt>
    <dgm:pt modelId="{3EA15B94-D33D-4CCC-8341-B44E1C5539C9}" type="pres">
      <dgm:prSet presAssocID="{D0FB94EC-5D74-4A2E-8EA4-0DCC7906774B}" presName="textRect" presStyleLbl="revTx" presStyleIdx="1" presStyleCnt="4">
        <dgm:presLayoutVars>
          <dgm:chMax val="1"/>
          <dgm:chPref val="1"/>
        </dgm:presLayoutVars>
      </dgm:prSet>
      <dgm:spPr/>
    </dgm:pt>
    <dgm:pt modelId="{B6381281-3C75-483C-BF87-BF83D3A1C7C3}" type="pres">
      <dgm:prSet presAssocID="{0424FECF-6382-40BC-BB9E-55925D68FD5B}" presName="sibTrans" presStyleLbl="sibTrans2D1" presStyleIdx="0" presStyleCnt="0"/>
      <dgm:spPr/>
    </dgm:pt>
    <dgm:pt modelId="{149EF361-008D-4A67-A145-563003010CAD}" type="pres">
      <dgm:prSet presAssocID="{FC2F89A9-773D-4021-A8CB-042596B16BE8}" presName="compNode" presStyleCnt="0"/>
      <dgm:spPr/>
    </dgm:pt>
    <dgm:pt modelId="{A5F83F67-70F3-4448-8F56-0A67CA1E0674}" type="pres">
      <dgm:prSet presAssocID="{FC2F89A9-773D-4021-A8CB-042596B16BE8}" presName="iconBgRect" presStyleLbl="bgShp" presStyleIdx="2" presStyleCnt="4"/>
      <dgm:spPr/>
    </dgm:pt>
    <dgm:pt modelId="{FEA0F445-E422-4818-80A5-ECBFC737723A}" type="pres">
      <dgm:prSet presAssocID="{FC2F89A9-773D-4021-A8CB-042596B16BE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902C2B1-59D5-46E8-89B9-1275031BEEE0}" type="pres">
      <dgm:prSet presAssocID="{FC2F89A9-773D-4021-A8CB-042596B16BE8}" presName="spaceRect" presStyleCnt="0"/>
      <dgm:spPr/>
    </dgm:pt>
    <dgm:pt modelId="{A9CB3E31-F4CA-4B7C-B7D6-3B4C3FE46714}" type="pres">
      <dgm:prSet presAssocID="{FC2F89A9-773D-4021-A8CB-042596B16BE8}" presName="textRect" presStyleLbl="revTx" presStyleIdx="2" presStyleCnt="4">
        <dgm:presLayoutVars>
          <dgm:chMax val="1"/>
          <dgm:chPref val="1"/>
        </dgm:presLayoutVars>
      </dgm:prSet>
      <dgm:spPr/>
    </dgm:pt>
    <dgm:pt modelId="{895840D0-6244-46EE-A816-EC85E92B9B21}" type="pres">
      <dgm:prSet presAssocID="{9185986B-8E2B-480D-9473-B2C4375FCC53}" presName="sibTrans" presStyleLbl="sibTrans2D1" presStyleIdx="0" presStyleCnt="0"/>
      <dgm:spPr/>
    </dgm:pt>
    <dgm:pt modelId="{06A1691F-9DDB-4B5B-8FDF-CC9B7FC60060}" type="pres">
      <dgm:prSet presAssocID="{C27E38D6-2A96-4D27-92C6-84CC8AB862F0}" presName="compNode" presStyleCnt="0"/>
      <dgm:spPr/>
    </dgm:pt>
    <dgm:pt modelId="{94BD36DF-D318-40B4-B0C0-71032379B52C}" type="pres">
      <dgm:prSet presAssocID="{C27E38D6-2A96-4D27-92C6-84CC8AB862F0}" presName="iconBgRect" presStyleLbl="bgShp" presStyleIdx="3" presStyleCnt="4"/>
      <dgm:spPr/>
    </dgm:pt>
    <dgm:pt modelId="{8FFDCF7E-A152-45B3-8AB2-6D36C2219393}" type="pres">
      <dgm:prSet presAssocID="{C27E38D6-2A96-4D27-92C6-84CC8AB862F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FE93D114-846E-4DD1-A1E3-B5810F011B7E}" type="pres">
      <dgm:prSet presAssocID="{C27E38D6-2A96-4D27-92C6-84CC8AB862F0}" presName="spaceRect" presStyleCnt="0"/>
      <dgm:spPr/>
    </dgm:pt>
    <dgm:pt modelId="{E6FA1DA6-169B-4717-BD03-1CC7109AD50E}" type="pres">
      <dgm:prSet presAssocID="{C27E38D6-2A96-4D27-92C6-84CC8AB862F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1FB9D19-9316-4E54-98B8-701290FE1F74}" srcId="{C76DEB04-11E5-4048-B933-87DA6B829B9B}" destId="{FC2F89A9-773D-4021-A8CB-042596B16BE8}" srcOrd="2" destOrd="0" parTransId="{114C47EC-24FE-4B64-A9B1-8A7018648625}" sibTransId="{9185986B-8E2B-480D-9473-B2C4375FCC53}"/>
    <dgm:cxn modelId="{D278652E-31DE-4B71-BC7D-1CA6232FA20E}" type="presOf" srcId="{9185986B-8E2B-480D-9473-B2C4375FCC53}" destId="{895840D0-6244-46EE-A816-EC85E92B9B21}" srcOrd="0" destOrd="0" presId="urn:microsoft.com/office/officeart/2018/2/layout/IconCircleList"/>
    <dgm:cxn modelId="{76DB0637-E100-499D-B118-AFC130AA4F22}" type="presOf" srcId="{3AEE31A1-CCCA-4D4F-AC21-19F094D9430C}" destId="{F8D41FDF-20CD-4783-BCA4-547258766809}" srcOrd="0" destOrd="0" presId="urn:microsoft.com/office/officeart/2018/2/layout/IconCircleList"/>
    <dgm:cxn modelId="{DFCE084A-3948-49E2-83A7-56CC6CD3387E}" type="presOf" srcId="{0424FECF-6382-40BC-BB9E-55925D68FD5B}" destId="{B6381281-3C75-483C-BF87-BF83D3A1C7C3}" srcOrd="0" destOrd="0" presId="urn:microsoft.com/office/officeart/2018/2/layout/IconCircleList"/>
    <dgm:cxn modelId="{4A91734A-83E1-4383-8CFB-DD1266511A70}" srcId="{C76DEB04-11E5-4048-B933-87DA6B829B9B}" destId="{C27E38D6-2A96-4D27-92C6-84CC8AB862F0}" srcOrd="3" destOrd="0" parTransId="{793D8A55-1968-4A4B-A217-E6629E13A4BE}" sibTransId="{216F1FAC-E8C1-4134-95A8-E5CD621A6C26}"/>
    <dgm:cxn modelId="{745FA96C-34A3-470D-BB8A-957E0B05851D}" srcId="{C76DEB04-11E5-4048-B933-87DA6B829B9B}" destId="{3AEE31A1-CCCA-4D4F-AC21-19F094D9430C}" srcOrd="0" destOrd="0" parTransId="{34A628C0-005A-4F81-94FF-82D5551FF784}" sibTransId="{642670AC-3205-4F08-8C87-3766605B78FA}"/>
    <dgm:cxn modelId="{526B015A-9DB6-4903-BDF6-FF3F7F894A5D}" type="presOf" srcId="{C76DEB04-11E5-4048-B933-87DA6B829B9B}" destId="{D3C281B2-328F-4EEB-9D2E-22CBAD2D8081}" srcOrd="0" destOrd="0" presId="urn:microsoft.com/office/officeart/2018/2/layout/IconCircleList"/>
    <dgm:cxn modelId="{6F1E0D7B-8A3A-4E47-8727-9039BC48A8F1}" type="presOf" srcId="{642670AC-3205-4F08-8C87-3766605B78FA}" destId="{A9F0B03C-D020-4FF6-8662-7B08AA02F4A6}" srcOrd="0" destOrd="0" presId="urn:microsoft.com/office/officeart/2018/2/layout/IconCircleList"/>
    <dgm:cxn modelId="{F68843AD-FAA6-44CC-982F-7A5A71327860}" type="presOf" srcId="{D0FB94EC-5D74-4A2E-8EA4-0DCC7906774B}" destId="{3EA15B94-D33D-4CCC-8341-B44E1C5539C9}" srcOrd="0" destOrd="0" presId="urn:microsoft.com/office/officeart/2018/2/layout/IconCircleList"/>
    <dgm:cxn modelId="{D78F13E2-D628-48B9-B8CC-E4A908F3EE8C}" srcId="{C76DEB04-11E5-4048-B933-87DA6B829B9B}" destId="{D0FB94EC-5D74-4A2E-8EA4-0DCC7906774B}" srcOrd="1" destOrd="0" parTransId="{0BC6F427-7CBE-4997-91F5-A9BBFF3217CF}" sibTransId="{0424FECF-6382-40BC-BB9E-55925D68FD5B}"/>
    <dgm:cxn modelId="{4ADEADEE-0723-49DB-A005-2737F67D09A5}" type="presOf" srcId="{FC2F89A9-773D-4021-A8CB-042596B16BE8}" destId="{A9CB3E31-F4CA-4B7C-B7D6-3B4C3FE46714}" srcOrd="0" destOrd="0" presId="urn:microsoft.com/office/officeart/2018/2/layout/IconCircleList"/>
    <dgm:cxn modelId="{B9B5D7F7-D007-4AFB-A14F-28426008B230}" type="presOf" srcId="{C27E38D6-2A96-4D27-92C6-84CC8AB862F0}" destId="{E6FA1DA6-169B-4717-BD03-1CC7109AD50E}" srcOrd="0" destOrd="0" presId="urn:microsoft.com/office/officeart/2018/2/layout/IconCircleList"/>
    <dgm:cxn modelId="{544F6C87-0AD5-48A9-A9A3-8F40A39FF92D}" type="presParOf" srcId="{D3C281B2-328F-4EEB-9D2E-22CBAD2D8081}" destId="{B93A788C-002A-4FE4-91A6-1CB9A94F4C83}" srcOrd="0" destOrd="0" presId="urn:microsoft.com/office/officeart/2018/2/layout/IconCircleList"/>
    <dgm:cxn modelId="{0A39C095-C104-4636-B84F-DB225117B3C8}" type="presParOf" srcId="{B93A788C-002A-4FE4-91A6-1CB9A94F4C83}" destId="{4149A854-1952-4E7C-8E6D-731F4C8B6907}" srcOrd="0" destOrd="0" presId="urn:microsoft.com/office/officeart/2018/2/layout/IconCircleList"/>
    <dgm:cxn modelId="{144C4A4D-48F0-4116-A7F1-1DE8DEF7FB8B}" type="presParOf" srcId="{4149A854-1952-4E7C-8E6D-731F4C8B6907}" destId="{791433A5-2CB3-4361-B320-D567D3D851D6}" srcOrd="0" destOrd="0" presId="urn:microsoft.com/office/officeart/2018/2/layout/IconCircleList"/>
    <dgm:cxn modelId="{085AFD74-1CD3-4A8C-9C70-D05E79273547}" type="presParOf" srcId="{4149A854-1952-4E7C-8E6D-731F4C8B6907}" destId="{7844FB6E-FD5D-4A1D-B2D7-53922FA6F752}" srcOrd="1" destOrd="0" presId="urn:microsoft.com/office/officeart/2018/2/layout/IconCircleList"/>
    <dgm:cxn modelId="{2DBFAA1D-68B6-4603-BA9F-B24745458C05}" type="presParOf" srcId="{4149A854-1952-4E7C-8E6D-731F4C8B6907}" destId="{58754BA7-DDA3-4F1C-9370-8706F408B853}" srcOrd="2" destOrd="0" presId="urn:microsoft.com/office/officeart/2018/2/layout/IconCircleList"/>
    <dgm:cxn modelId="{814FAAD2-7C29-447A-BEF9-E25B9A8CE0C2}" type="presParOf" srcId="{4149A854-1952-4E7C-8E6D-731F4C8B6907}" destId="{F8D41FDF-20CD-4783-BCA4-547258766809}" srcOrd="3" destOrd="0" presId="urn:microsoft.com/office/officeart/2018/2/layout/IconCircleList"/>
    <dgm:cxn modelId="{4D4806A4-576D-4117-94CE-1023C3AA05E1}" type="presParOf" srcId="{B93A788C-002A-4FE4-91A6-1CB9A94F4C83}" destId="{A9F0B03C-D020-4FF6-8662-7B08AA02F4A6}" srcOrd="1" destOrd="0" presId="urn:microsoft.com/office/officeart/2018/2/layout/IconCircleList"/>
    <dgm:cxn modelId="{7D826A53-7B4B-45F9-AC78-157CFC90F077}" type="presParOf" srcId="{B93A788C-002A-4FE4-91A6-1CB9A94F4C83}" destId="{7C025F2F-1B11-4224-92C1-6251A81AF1BC}" srcOrd="2" destOrd="0" presId="urn:microsoft.com/office/officeart/2018/2/layout/IconCircleList"/>
    <dgm:cxn modelId="{099D40E4-106E-4B37-9257-ED4AA08BFFBA}" type="presParOf" srcId="{7C025F2F-1B11-4224-92C1-6251A81AF1BC}" destId="{220F7C36-288D-4D99-8D44-DB5501C2442B}" srcOrd="0" destOrd="0" presId="urn:microsoft.com/office/officeart/2018/2/layout/IconCircleList"/>
    <dgm:cxn modelId="{F39B35EB-8CE0-4016-8C1F-AA6C2F962707}" type="presParOf" srcId="{7C025F2F-1B11-4224-92C1-6251A81AF1BC}" destId="{E4BCB5B3-1852-467F-B0A2-267FE472A32C}" srcOrd="1" destOrd="0" presId="urn:microsoft.com/office/officeart/2018/2/layout/IconCircleList"/>
    <dgm:cxn modelId="{33C584E6-0470-49AB-9D4B-6AEFD0BED02E}" type="presParOf" srcId="{7C025F2F-1B11-4224-92C1-6251A81AF1BC}" destId="{94D82201-C965-44EE-9184-5542404087EB}" srcOrd="2" destOrd="0" presId="urn:microsoft.com/office/officeart/2018/2/layout/IconCircleList"/>
    <dgm:cxn modelId="{962562D9-39EF-4BAE-A8F2-EFC8E13A1F1B}" type="presParOf" srcId="{7C025F2F-1B11-4224-92C1-6251A81AF1BC}" destId="{3EA15B94-D33D-4CCC-8341-B44E1C5539C9}" srcOrd="3" destOrd="0" presId="urn:microsoft.com/office/officeart/2018/2/layout/IconCircleList"/>
    <dgm:cxn modelId="{825A98CE-B0A4-43D2-8D32-1E2773A8B2E3}" type="presParOf" srcId="{B93A788C-002A-4FE4-91A6-1CB9A94F4C83}" destId="{B6381281-3C75-483C-BF87-BF83D3A1C7C3}" srcOrd="3" destOrd="0" presId="urn:microsoft.com/office/officeart/2018/2/layout/IconCircleList"/>
    <dgm:cxn modelId="{8A0C73FA-48A1-4730-AA58-AEF7A2C9828E}" type="presParOf" srcId="{B93A788C-002A-4FE4-91A6-1CB9A94F4C83}" destId="{149EF361-008D-4A67-A145-563003010CAD}" srcOrd="4" destOrd="0" presId="urn:microsoft.com/office/officeart/2018/2/layout/IconCircleList"/>
    <dgm:cxn modelId="{2AEB3F60-5406-4D60-90EC-5ABF9844208B}" type="presParOf" srcId="{149EF361-008D-4A67-A145-563003010CAD}" destId="{A5F83F67-70F3-4448-8F56-0A67CA1E0674}" srcOrd="0" destOrd="0" presId="urn:microsoft.com/office/officeart/2018/2/layout/IconCircleList"/>
    <dgm:cxn modelId="{CCA8C294-3EA0-4489-9009-4BC5ABD93BE1}" type="presParOf" srcId="{149EF361-008D-4A67-A145-563003010CAD}" destId="{FEA0F445-E422-4818-80A5-ECBFC737723A}" srcOrd="1" destOrd="0" presId="urn:microsoft.com/office/officeart/2018/2/layout/IconCircleList"/>
    <dgm:cxn modelId="{2787470D-CE58-46D7-92F7-076EBECBBAE1}" type="presParOf" srcId="{149EF361-008D-4A67-A145-563003010CAD}" destId="{6902C2B1-59D5-46E8-89B9-1275031BEEE0}" srcOrd="2" destOrd="0" presId="urn:microsoft.com/office/officeart/2018/2/layout/IconCircleList"/>
    <dgm:cxn modelId="{CC5082C9-773C-4C8E-A74E-5E0B1E4E48C0}" type="presParOf" srcId="{149EF361-008D-4A67-A145-563003010CAD}" destId="{A9CB3E31-F4CA-4B7C-B7D6-3B4C3FE46714}" srcOrd="3" destOrd="0" presId="urn:microsoft.com/office/officeart/2018/2/layout/IconCircleList"/>
    <dgm:cxn modelId="{72F86EA6-DFB3-4233-A757-5F2A185A162B}" type="presParOf" srcId="{B93A788C-002A-4FE4-91A6-1CB9A94F4C83}" destId="{895840D0-6244-46EE-A816-EC85E92B9B21}" srcOrd="5" destOrd="0" presId="urn:microsoft.com/office/officeart/2018/2/layout/IconCircleList"/>
    <dgm:cxn modelId="{64837625-F364-4C9D-ACE8-1DA96CDD3435}" type="presParOf" srcId="{B93A788C-002A-4FE4-91A6-1CB9A94F4C83}" destId="{06A1691F-9DDB-4B5B-8FDF-CC9B7FC60060}" srcOrd="6" destOrd="0" presId="urn:microsoft.com/office/officeart/2018/2/layout/IconCircleList"/>
    <dgm:cxn modelId="{7B77A4B4-0E07-4DD0-9943-89B0488E7A95}" type="presParOf" srcId="{06A1691F-9DDB-4B5B-8FDF-CC9B7FC60060}" destId="{94BD36DF-D318-40B4-B0C0-71032379B52C}" srcOrd="0" destOrd="0" presId="urn:microsoft.com/office/officeart/2018/2/layout/IconCircleList"/>
    <dgm:cxn modelId="{65453568-D769-476C-A539-0F0F4C090316}" type="presParOf" srcId="{06A1691F-9DDB-4B5B-8FDF-CC9B7FC60060}" destId="{8FFDCF7E-A152-45B3-8AB2-6D36C2219393}" srcOrd="1" destOrd="0" presId="urn:microsoft.com/office/officeart/2018/2/layout/IconCircleList"/>
    <dgm:cxn modelId="{30422A88-0243-4D87-9A82-5CA4D21CAD04}" type="presParOf" srcId="{06A1691F-9DDB-4B5B-8FDF-CC9B7FC60060}" destId="{FE93D114-846E-4DD1-A1E3-B5810F011B7E}" srcOrd="2" destOrd="0" presId="urn:microsoft.com/office/officeart/2018/2/layout/IconCircleList"/>
    <dgm:cxn modelId="{F6EE0BE3-9D43-41EE-9D2A-6E1F355E9E44}" type="presParOf" srcId="{06A1691F-9DDB-4B5B-8FDF-CC9B7FC60060}" destId="{E6FA1DA6-169B-4717-BD03-1CC7109AD50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688714-7EBB-4955-B3FF-C8C02A787E79}" type="doc">
      <dgm:prSet loTypeId="urn:microsoft.com/office/officeart/2005/8/layout/vProcess5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9F7C201-7BB3-4F64-A745-81DE794985C3}">
      <dgm:prSet/>
      <dgm:spPr/>
      <dgm:t>
        <a:bodyPr/>
        <a:lstStyle/>
        <a:p>
          <a:r>
            <a:rPr lang="en-US" dirty="0"/>
            <a:t>Multi-agent, agentic AI pipeline for Azure-to-Terraform Cloud migration</a:t>
          </a:r>
        </a:p>
      </dgm:t>
    </dgm:pt>
    <dgm:pt modelId="{8FF625B2-D689-4E2D-8FAF-7F9ADBF49590}" type="parTrans" cxnId="{E847A193-3588-4499-BF14-1D57D826180F}">
      <dgm:prSet/>
      <dgm:spPr/>
      <dgm:t>
        <a:bodyPr/>
        <a:lstStyle/>
        <a:p>
          <a:endParaRPr lang="en-US"/>
        </a:p>
      </dgm:t>
    </dgm:pt>
    <dgm:pt modelId="{B8CC81F2-2244-4E03-B01E-8204DE96832C}" type="sibTrans" cxnId="{E847A193-3588-4499-BF14-1D57D826180F}">
      <dgm:prSet/>
      <dgm:spPr/>
      <dgm:t>
        <a:bodyPr/>
        <a:lstStyle/>
        <a:p>
          <a:endParaRPr lang="en-US"/>
        </a:p>
      </dgm:t>
    </dgm:pt>
    <dgm:pt modelId="{4DAA9687-3D54-4133-8D86-FCD2C455BA12}">
      <dgm:prSet/>
      <dgm:spPr/>
      <dgm:t>
        <a:bodyPr/>
        <a:lstStyle/>
        <a:p>
          <a:r>
            <a:rPr lang="en-US"/>
            <a:t>Automated assessment, export, and refactoring Legacy and Modern Azure Environment </a:t>
          </a:r>
        </a:p>
      </dgm:t>
    </dgm:pt>
    <dgm:pt modelId="{6551597F-2F73-4BCB-BE61-AA22BC20A9BC}" type="parTrans" cxnId="{CDDC76AE-A132-4924-9ECF-E5F00209694C}">
      <dgm:prSet/>
      <dgm:spPr/>
      <dgm:t>
        <a:bodyPr/>
        <a:lstStyle/>
        <a:p>
          <a:endParaRPr lang="en-US"/>
        </a:p>
      </dgm:t>
    </dgm:pt>
    <dgm:pt modelId="{70CD1ADC-0B5D-460E-971D-926C9AA27484}" type="sibTrans" cxnId="{CDDC76AE-A132-4924-9ECF-E5F00209694C}">
      <dgm:prSet/>
      <dgm:spPr/>
      <dgm:t>
        <a:bodyPr/>
        <a:lstStyle/>
        <a:p>
          <a:endParaRPr lang="en-US"/>
        </a:p>
      </dgm:t>
    </dgm:pt>
    <dgm:pt modelId="{F60B9D7B-3212-467D-AF16-6FE02063BA5C}">
      <dgm:prSet/>
      <dgm:spPr/>
      <dgm:t>
        <a:bodyPr/>
        <a:lstStyle/>
        <a:p>
          <a:r>
            <a:rPr lang="en-US"/>
            <a:t>Built on Azure AI Foundry Agents and Workflows</a:t>
          </a:r>
        </a:p>
      </dgm:t>
    </dgm:pt>
    <dgm:pt modelId="{BAF5C143-6225-406F-940A-DA4AE6B71CDF}" type="parTrans" cxnId="{283AAF5E-2749-4AEA-91E4-8365BCC18479}">
      <dgm:prSet/>
      <dgm:spPr/>
      <dgm:t>
        <a:bodyPr/>
        <a:lstStyle/>
        <a:p>
          <a:endParaRPr lang="en-US"/>
        </a:p>
      </dgm:t>
    </dgm:pt>
    <dgm:pt modelId="{AB565B50-6671-4670-AC90-4461B069DB60}" type="sibTrans" cxnId="{283AAF5E-2749-4AEA-91E4-8365BCC18479}">
      <dgm:prSet/>
      <dgm:spPr/>
      <dgm:t>
        <a:bodyPr/>
        <a:lstStyle/>
        <a:p>
          <a:endParaRPr lang="en-US"/>
        </a:p>
      </dgm:t>
    </dgm:pt>
    <dgm:pt modelId="{C023B6E9-4442-4AF2-96F5-8686D31CDA55}">
      <dgm:prSet/>
      <dgm:spPr/>
      <dgm:t>
        <a:bodyPr/>
        <a:lstStyle/>
        <a:p>
          <a:r>
            <a:rPr lang="en-US"/>
            <a:t>Powered by MCP tools and containerized runtime</a:t>
          </a:r>
        </a:p>
      </dgm:t>
    </dgm:pt>
    <dgm:pt modelId="{AA5236EE-B62E-480B-8B19-E7170B9DD2E6}" type="parTrans" cxnId="{23DA53FE-F1B8-425E-8622-DDBCA10FA35C}">
      <dgm:prSet/>
      <dgm:spPr/>
      <dgm:t>
        <a:bodyPr/>
        <a:lstStyle/>
        <a:p>
          <a:endParaRPr lang="en-US"/>
        </a:p>
      </dgm:t>
    </dgm:pt>
    <dgm:pt modelId="{C3CD793A-DC43-4EDD-8B8A-061546167956}" type="sibTrans" cxnId="{23DA53FE-F1B8-425E-8622-DDBCA10FA35C}">
      <dgm:prSet/>
      <dgm:spPr/>
      <dgm:t>
        <a:bodyPr/>
        <a:lstStyle/>
        <a:p>
          <a:endParaRPr lang="en-US"/>
        </a:p>
      </dgm:t>
    </dgm:pt>
    <dgm:pt modelId="{5ACCA25C-A41A-4729-A967-5DDD93232717}">
      <dgm:prSet/>
      <dgm:spPr/>
      <dgm:t>
        <a:bodyPr/>
        <a:lstStyle/>
        <a:p>
          <a:r>
            <a:rPr lang="en-US"/>
            <a:t>This is cloud‑agnostic and can be tailored for any public cloud provider, including Azure, AWS, and GCP.</a:t>
          </a:r>
        </a:p>
      </dgm:t>
    </dgm:pt>
    <dgm:pt modelId="{62DCCC0D-3A0C-4C7A-A7B8-DCF7A14DD6BF}" type="parTrans" cxnId="{83A713A2-E5CE-4750-A8FE-C7D3BF6E10A7}">
      <dgm:prSet/>
      <dgm:spPr/>
      <dgm:t>
        <a:bodyPr/>
        <a:lstStyle/>
        <a:p>
          <a:endParaRPr lang="en-US"/>
        </a:p>
      </dgm:t>
    </dgm:pt>
    <dgm:pt modelId="{AF812F4F-B916-457D-9B16-CC52443C854A}" type="sibTrans" cxnId="{83A713A2-E5CE-4750-A8FE-C7D3BF6E10A7}">
      <dgm:prSet/>
      <dgm:spPr/>
      <dgm:t>
        <a:bodyPr/>
        <a:lstStyle/>
        <a:p>
          <a:endParaRPr lang="en-US"/>
        </a:p>
      </dgm:t>
    </dgm:pt>
    <dgm:pt modelId="{25F84EFB-9429-4AC8-9D0F-976530612F9D}" type="pres">
      <dgm:prSet presAssocID="{10688714-7EBB-4955-B3FF-C8C02A787E79}" presName="outerComposite" presStyleCnt="0">
        <dgm:presLayoutVars>
          <dgm:chMax val="5"/>
          <dgm:dir/>
          <dgm:resizeHandles val="exact"/>
        </dgm:presLayoutVars>
      </dgm:prSet>
      <dgm:spPr/>
    </dgm:pt>
    <dgm:pt modelId="{34231065-4AE4-47DA-8650-692B8D632CF0}" type="pres">
      <dgm:prSet presAssocID="{10688714-7EBB-4955-B3FF-C8C02A787E79}" presName="dummyMaxCanvas" presStyleCnt="0">
        <dgm:presLayoutVars/>
      </dgm:prSet>
      <dgm:spPr/>
    </dgm:pt>
    <dgm:pt modelId="{F2B1E811-9542-4B5F-82DC-EC20F5DC202E}" type="pres">
      <dgm:prSet presAssocID="{10688714-7EBB-4955-B3FF-C8C02A787E79}" presName="FiveNodes_1" presStyleLbl="node1" presStyleIdx="0" presStyleCnt="5">
        <dgm:presLayoutVars>
          <dgm:bulletEnabled val="1"/>
        </dgm:presLayoutVars>
      </dgm:prSet>
      <dgm:spPr/>
    </dgm:pt>
    <dgm:pt modelId="{0710E927-D4C6-4C6D-A99D-168608C252EC}" type="pres">
      <dgm:prSet presAssocID="{10688714-7EBB-4955-B3FF-C8C02A787E79}" presName="FiveNodes_2" presStyleLbl="node1" presStyleIdx="1" presStyleCnt="5">
        <dgm:presLayoutVars>
          <dgm:bulletEnabled val="1"/>
        </dgm:presLayoutVars>
      </dgm:prSet>
      <dgm:spPr/>
    </dgm:pt>
    <dgm:pt modelId="{C29F1DCD-16E3-4BE0-86EA-9A9E3AA5D45E}" type="pres">
      <dgm:prSet presAssocID="{10688714-7EBB-4955-B3FF-C8C02A787E79}" presName="FiveNodes_3" presStyleLbl="node1" presStyleIdx="2" presStyleCnt="5">
        <dgm:presLayoutVars>
          <dgm:bulletEnabled val="1"/>
        </dgm:presLayoutVars>
      </dgm:prSet>
      <dgm:spPr/>
    </dgm:pt>
    <dgm:pt modelId="{21DA298E-26B3-4435-8C55-BCABAAAB7416}" type="pres">
      <dgm:prSet presAssocID="{10688714-7EBB-4955-B3FF-C8C02A787E79}" presName="FiveNodes_4" presStyleLbl="node1" presStyleIdx="3" presStyleCnt="5">
        <dgm:presLayoutVars>
          <dgm:bulletEnabled val="1"/>
        </dgm:presLayoutVars>
      </dgm:prSet>
      <dgm:spPr/>
    </dgm:pt>
    <dgm:pt modelId="{55237745-EF09-4BC2-A28C-9B6BA001B789}" type="pres">
      <dgm:prSet presAssocID="{10688714-7EBB-4955-B3FF-C8C02A787E79}" presName="FiveNodes_5" presStyleLbl="node1" presStyleIdx="4" presStyleCnt="5">
        <dgm:presLayoutVars>
          <dgm:bulletEnabled val="1"/>
        </dgm:presLayoutVars>
      </dgm:prSet>
      <dgm:spPr/>
    </dgm:pt>
    <dgm:pt modelId="{BAACF7ED-39CE-4E5A-9053-969AE9DB2568}" type="pres">
      <dgm:prSet presAssocID="{10688714-7EBB-4955-B3FF-C8C02A787E79}" presName="FiveConn_1-2" presStyleLbl="fgAccFollowNode1" presStyleIdx="0" presStyleCnt="4">
        <dgm:presLayoutVars>
          <dgm:bulletEnabled val="1"/>
        </dgm:presLayoutVars>
      </dgm:prSet>
      <dgm:spPr/>
    </dgm:pt>
    <dgm:pt modelId="{D5A6B9B4-CDD2-48EF-B67C-E83B64DA9C9D}" type="pres">
      <dgm:prSet presAssocID="{10688714-7EBB-4955-B3FF-C8C02A787E79}" presName="FiveConn_2-3" presStyleLbl="fgAccFollowNode1" presStyleIdx="1" presStyleCnt="4">
        <dgm:presLayoutVars>
          <dgm:bulletEnabled val="1"/>
        </dgm:presLayoutVars>
      </dgm:prSet>
      <dgm:spPr/>
    </dgm:pt>
    <dgm:pt modelId="{DA8D92FB-8B22-46B9-9967-77413A23C0C6}" type="pres">
      <dgm:prSet presAssocID="{10688714-7EBB-4955-B3FF-C8C02A787E79}" presName="FiveConn_3-4" presStyleLbl="fgAccFollowNode1" presStyleIdx="2" presStyleCnt="4">
        <dgm:presLayoutVars>
          <dgm:bulletEnabled val="1"/>
        </dgm:presLayoutVars>
      </dgm:prSet>
      <dgm:spPr/>
    </dgm:pt>
    <dgm:pt modelId="{9CEDA971-E100-413E-A704-23D7DEB6B45E}" type="pres">
      <dgm:prSet presAssocID="{10688714-7EBB-4955-B3FF-C8C02A787E79}" presName="FiveConn_4-5" presStyleLbl="fgAccFollowNode1" presStyleIdx="3" presStyleCnt="4">
        <dgm:presLayoutVars>
          <dgm:bulletEnabled val="1"/>
        </dgm:presLayoutVars>
      </dgm:prSet>
      <dgm:spPr/>
    </dgm:pt>
    <dgm:pt modelId="{2BF4267B-A534-47B4-B83F-D336035D5A9F}" type="pres">
      <dgm:prSet presAssocID="{10688714-7EBB-4955-B3FF-C8C02A787E79}" presName="FiveNodes_1_text" presStyleLbl="node1" presStyleIdx="4" presStyleCnt="5">
        <dgm:presLayoutVars>
          <dgm:bulletEnabled val="1"/>
        </dgm:presLayoutVars>
      </dgm:prSet>
      <dgm:spPr/>
    </dgm:pt>
    <dgm:pt modelId="{D16BD393-BCA9-4874-BA01-C36989DA02D7}" type="pres">
      <dgm:prSet presAssocID="{10688714-7EBB-4955-B3FF-C8C02A787E79}" presName="FiveNodes_2_text" presStyleLbl="node1" presStyleIdx="4" presStyleCnt="5">
        <dgm:presLayoutVars>
          <dgm:bulletEnabled val="1"/>
        </dgm:presLayoutVars>
      </dgm:prSet>
      <dgm:spPr/>
    </dgm:pt>
    <dgm:pt modelId="{79E7E917-4127-46DC-BAD1-1DD747444C0C}" type="pres">
      <dgm:prSet presAssocID="{10688714-7EBB-4955-B3FF-C8C02A787E79}" presName="FiveNodes_3_text" presStyleLbl="node1" presStyleIdx="4" presStyleCnt="5">
        <dgm:presLayoutVars>
          <dgm:bulletEnabled val="1"/>
        </dgm:presLayoutVars>
      </dgm:prSet>
      <dgm:spPr/>
    </dgm:pt>
    <dgm:pt modelId="{ED3438AF-2B74-4742-B1C7-9E4C5381E001}" type="pres">
      <dgm:prSet presAssocID="{10688714-7EBB-4955-B3FF-C8C02A787E79}" presName="FiveNodes_4_text" presStyleLbl="node1" presStyleIdx="4" presStyleCnt="5">
        <dgm:presLayoutVars>
          <dgm:bulletEnabled val="1"/>
        </dgm:presLayoutVars>
      </dgm:prSet>
      <dgm:spPr/>
    </dgm:pt>
    <dgm:pt modelId="{FACD2DA8-A648-4FD7-85C9-730B316787EB}" type="pres">
      <dgm:prSet presAssocID="{10688714-7EBB-4955-B3FF-C8C02A787E7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CE1302E-A8A7-4300-8093-D03770AE6FFD}" type="presOf" srcId="{29F7C201-7BB3-4F64-A745-81DE794985C3}" destId="{2BF4267B-A534-47B4-B83F-D336035D5A9F}" srcOrd="1" destOrd="0" presId="urn:microsoft.com/office/officeart/2005/8/layout/vProcess5"/>
    <dgm:cxn modelId="{E792F430-7E3F-4317-A6D5-48E6BF5DC745}" type="presOf" srcId="{C023B6E9-4442-4AF2-96F5-8686D31CDA55}" destId="{21DA298E-26B3-4435-8C55-BCABAAAB7416}" srcOrd="0" destOrd="0" presId="urn:microsoft.com/office/officeart/2005/8/layout/vProcess5"/>
    <dgm:cxn modelId="{283AAF5E-2749-4AEA-91E4-8365BCC18479}" srcId="{10688714-7EBB-4955-B3FF-C8C02A787E79}" destId="{F60B9D7B-3212-467D-AF16-6FE02063BA5C}" srcOrd="2" destOrd="0" parTransId="{BAF5C143-6225-406F-940A-DA4AE6B71CDF}" sibTransId="{AB565B50-6671-4670-AC90-4461B069DB60}"/>
    <dgm:cxn modelId="{F084CE5E-ECA6-4A69-B361-4155C07FC386}" type="presOf" srcId="{B8CC81F2-2244-4E03-B01E-8204DE96832C}" destId="{BAACF7ED-39CE-4E5A-9053-969AE9DB2568}" srcOrd="0" destOrd="0" presId="urn:microsoft.com/office/officeart/2005/8/layout/vProcess5"/>
    <dgm:cxn modelId="{12AE805F-F69B-4A34-B06C-798BC3058F6E}" type="presOf" srcId="{F60B9D7B-3212-467D-AF16-6FE02063BA5C}" destId="{C29F1DCD-16E3-4BE0-86EA-9A9E3AA5D45E}" srcOrd="0" destOrd="0" presId="urn:microsoft.com/office/officeart/2005/8/layout/vProcess5"/>
    <dgm:cxn modelId="{DA872465-7F8E-4273-9A3B-30D488DF1499}" type="presOf" srcId="{F60B9D7B-3212-467D-AF16-6FE02063BA5C}" destId="{79E7E917-4127-46DC-BAD1-1DD747444C0C}" srcOrd="1" destOrd="0" presId="urn:microsoft.com/office/officeart/2005/8/layout/vProcess5"/>
    <dgm:cxn modelId="{ACF29E68-75A1-483C-9478-D55CC554CEA7}" type="presOf" srcId="{4DAA9687-3D54-4133-8D86-FCD2C455BA12}" destId="{0710E927-D4C6-4C6D-A99D-168608C252EC}" srcOrd="0" destOrd="0" presId="urn:microsoft.com/office/officeart/2005/8/layout/vProcess5"/>
    <dgm:cxn modelId="{5A3DE04F-469E-43B5-8D56-051FAC8460E1}" type="presOf" srcId="{10688714-7EBB-4955-B3FF-C8C02A787E79}" destId="{25F84EFB-9429-4AC8-9D0F-976530612F9D}" srcOrd="0" destOrd="0" presId="urn:microsoft.com/office/officeart/2005/8/layout/vProcess5"/>
    <dgm:cxn modelId="{BBDCB078-A1A8-43D4-8AE3-1A529333A46E}" type="presOf" srcId="{70CD1ADC-0B5D-460E-971D-926C9AA27484}" destId="{D5A6B9B4-CDD2-48EF-B67C-E83B64DA9C9D}" srcOrd="0" destOrd="0" presId="urn:microsoft.com/office/officeart/2005/8/layout/vProcess5"/>
    <dgm:cxn modelId="{E847A193-3588-4499-BF14-1D57D826180F}" srcId="{10688714-7EBB-4955-B3FF-C8C02A787E79}" destId="{29F7C201-7BB3-4F64-A745-81DE794985C3}" srcOrd="0" destOrd="0" parTransId="{8FF625B2-D689-4E2D-8FAF-7F9ADBF49590}" sibTransId="{B8CC81F2-2244-4E03-B01E-8204DE96832C}"/>
    <dgm:cxn modelId="{83A713A2-E5CE-4750-A8FE-C7D3BF6E10A7}" srcId="{10688714-7EBB-4955-B3FF-C8C02A787E79}" destId="{5ACCA25C-A41A-4729-A967-5DDD93232717}" srcOrd="4" destOrd="0" parTransId="{62DCCC0D-3A0C-4C7A-A7B8-DCF7A14DD6BF}" sibTransId="{AF812F4F-B916-457D-9B16-CC52443C854A}"/>
    <dgm:cxn modelId="{9C47AAA6-22E9-44F2-AF76-58CB879C35B8}" type="presOf" srcId="{29F7C201-7BB3-4F64-A745-81DE794985C3}" destId="{F2B1E811-9542-4B5F-82DC-EC20F5DC202E}" srcOrd="0" destOrd="0" presId="urn:microsoft.com/office/officeart/2005/8/layout/vProcess5"/>
    <dgm:cxn modelId="{8CB0E0AB-898A-4334-BE88-F1AE8E027073}" type="presOf" srcId="{AB565B50-6671-4670-AC90-4461B069DB60}" destId="{DA8D92FB-8B22-46B9-9967-77413A23C0C6}" srcOrd="0" destOrd="0" presId="urn:microsoft.com/office/officeart/2005/8/layout/vProcess5"/>
    <dgm:cxn modelId="{CDDC76AE-A132-4924-9ECF-E5F00209694C}" srcId="{10688714-7EBB-4955-B3FF-C8C02A787E79}" destId="{4DAA9687-3D54-4133-8D86-FCD2C455BA12}" srcOrd="1" destOrd="0" parTransId="{6551597F-2F73-4BCB-BE61-AA22BC20A9BC}" sibTransId="{70CD1ADC-0B5D-460E-971D-926C9AA27484}"/>
    <dgm:cxn modelId="{AB2CF3B0-50BB-4CF7-9DF3-6799BAAAF55B}" type="presOf" srcId="{5ACCA25C-A41A-4729-A967-5DDD93232717}" destId="{55237745-EF09-4BC2-A28C-9B6BA001B789}" srcOrd="0" destOrd="0" presId="urn:microsoft.com/office/officeart/2005/8/layout/vProcess5"/>
    <dgm:cxn modelId="{3D8B1DBE-5D69-4639-9580-55898235EF99}" type="presOf" srcId="{4DAA9687-3D54-4133-8D86-FCD2C455BA12}" destId="{D16BD393-BCA9-4874-BA01-C36989DA02D7}" srcOrd="1" destOrd="0" presId="urn:microsoft.com/office/officeart/2005/8/layout/vProcess5"/>
    <dgm:cxn modelId="{0D4582C5-54FE-4DBE-A09D-8C3283C790DD}" type="presOf" srcId="{5ACCA25C-A41A-4729-A967-5DDD93232717}" destId="{FACD2DA8-A648-4FD7-85C9-730B316787EB}" srcOrd="1" destOrd="0" presId="urn:microsoft.com/office/officeart/2005/8/layout/vProcess5"/>
    <dgm:cxn modelId="{31FB5AC6-4A20-4019-B478-3E951986733D}" type="presOf" srcId="{C023B6E9-4442-4AF2-96F5-8686D31CDA55}" destId="{ED3438AF-2B74-4742-B1C7-9E4C5381E001}" srcOrd="1" destOrd="0" presId="urn:microsoft.com/office/officeart/2005/8/layout/vProcess5"/>
    <dgm:cxn modelId="{CD51ECED-8630-4CA3-8118-C0ADC1BA30C5}" type="presOf" srcId="{C3CD793A-DC43-4EDD-8B8A-061546167956}" destId="{9CEDA971-E100-413E-A704-23D7DEB6B45E}" srcOrd="0" destOrd="0" presId="urn:microsoft.com/office/officeart/2005/8/layout/vProcess5"/>
    <dgm:cxn modelId="{23DA53FE-F1B8-425E-8622-DDBCA10FA35C}" srcId="{10688714-7EBB-4955-B3FF-C8C02A787E79}" destId="{C023B6E9-4442-4AF2-96F5-8686D31CDA55}" srcOrd="3" destOrd="0" parTransId="{AA5236EE-B62E-480B-8B19-E7170B9DD2E6}" sibTransId="{C3CD793A-DC43-4EDD-8B8A-061546167956}"/>
    <dgm:cxn modelId="{C56BAB1F-AF1A-4C4D-9FC0-2FC0CD8EF5F1}" type="presParOf" srcId="{25F84EFB-9429-4AC8-9D0F-976530612F9D}" destId="{34231065-4AE4-47DA-8650-692B8D632CF0}" srcOrd="0" destOrd="0" presId="urn:microsoft.com/office/officeart/2005/8/layout/vProcess5"/>
    <dgm:cxn modelId="{48010512-CCA6-4ADC-B60D-026C8CDB1113}" type="presParOf" srcId="{25F84EFB-9429-4AC8-9D0F-976530612F9D}" destId="{F2B1E811-9542-4B5F-82DC-EC20F5DC202E}" srcOrd="1" destOrd="0" presId="urn:microsoft.com/office/officeart/2005/8/layout/vProcess5"/>
    <dgm:cxn modelId="{C0FCB3E0-950E-4434-A8BB-99E7362D57F7}" type="presParOf" srcId="{25F84EFB-9429-4AC8-9D0F-976530612F9D}" destId="{0710E927-D4C6-4C6D-A99D-168608C252EC}" srcOrd="2" destOrd="0" presId="urn:microsoft.com/office/officeart/2005/8/layout/vProcess5"/>
    <dgm:cxn modelId="{459155A9-E255-4CFC-8351-F68F75D31A7A}" type="presParOf" srcId="{25F84EFB-9429-4AC8-9D0F-976530612F9D}" destId="{C29F1DCD-16E3-4BE0-86EA-9A9E3AA5D45E}" srcOrd="3" destOrd="0" presId="urn:microsoft.com/office/officeart/2005/8/layout/vProcess5"/>
    <dgm:cxn modelId="{5BEF0D92-FEED-43C5-BF94-7C1A48521FDA}" type="presParOf" srcId="{25F84EFB-9429-4AC8-9D0F-976530612F9D}" destId="{21DA298E-26B3-4435-8C55-BCABAAAB7416}" srcOrd="4" destOrd="0" presId="urn:microsoft.com/office/officeart/2005/8/layout/vProcess5"/>
    <dgm:cxn modelId="{73F13299-CFD5-4403-9E55-411ADAA0E146}" type="presParOf" srcId="{25F84EFB-9429-4AC8-9D0F-976530612F9D}" destId="{55237745-EF09-4BC2-A28C-9B6BA001B789}" srcOrd="5" destOrd="0" presId="urn:microsoft.com/office/officeart/2005/8/layout/vProcess5"/>
    <dgm:cxn modelId="{C96ADFA3-B8AC-4E96-AD9B-C42E3F390F85}" type="presParOf" srcId="{25F84EFB-9429-4AC8-9D0F-976530612F9D}" destId="{BAACF7ED-39CE-4E5A-9053-969AE9DB2568}" srcOrd="6" destOrd="0" presId="urn:microsoft.com/office/officeart/2005/8/layout/vProcess5"/>
    <dgm:cxn modelId="{13B6C309-B7EE-4387-B05E-451F8D3219A2}" type="presParOf" srcId="{25F84EFB-9429-4AC8-9D0F-976530612F9D}" destId="{D5A6B9B4-CDD2-48EF-B67C-E83B64DA9C9D}" srcOrd="7" destOrd="0" presId="urn:microsoft.com/office/officeart/2005/8/layout/vProcess5"/>
    <dgm:cxn modelId="{D46E0E0C-D30E-445E-BABF-E83EBC863DDC}" type="presParOf" srcId="{25F84EFB-9429-4AC8-9D0F-976530612F9D}" destId="{DA8D92FB-8B22-46B9-9967-77413A23C0C6}" srcOrd="8" destOrd="0" presId="urn:microsoft.com/office/officeart/2005/8/layout/vProcess5"/>
    <dgm:cxn modelId="{2E479486-3134-43BC-8108-DDC3D6708BDB}" type="presParOf" srcId="{25F84EFB-9429-4AC8-9D0F-976530612F9D}" destId="{9CEDA971-E100-413E-A704-23D7DEB6B45E}" srcOrd="9" destOrd="0" presId="urn:microsoft.com/office/officeart/2005/8/layout/vProcess5"/>
    <dgm:cxn modelId="{612B1428-579D-40BD-A6B9-D55DED62F746}" type="presParOf" srcId="{25F84EFB-9429-4AC8-9D0F-976530612F9D}" destId="{2BF4267B-A534-47B4-B83F-D336035D5A9F}" srcOrd="10" destOrd="0" presId="urn:microsoft.com/office/officeart/2005/8/layout/vProcess5"/>
    <dgm:cxn modelId="{2EEE4734-ED3D-4205-8CC7-8C7659D90303}" type="presParOf" srcId="{25F84EFB-9429-4AC8-9D0F-976530612F9D}" destId="{D16BD393-BCA9-4874-BA01-C36989DA02D7}" srcOrd="11" destOrd="0" presId="urn:microsoft.com/office/officeart/2005/8/layout/vProcess5"/>
    <dgm:cxn modelId="{EE76B47D-3008-4D0C-B6C5-6E249FD7B307}" type="presParOf" srcId="{25F84EFB-9429-4AC8-9D0F-976530612F9D}" destId="{79E7E917-4127-46DC-BAD1-1DD747444C0C}" srcOrd="12" destOrd="0" presId="urn:microsoft.com/office/officeart/2005/8/layout/vProcess5"/>
    <dgm:cxn modelId="{BC44306A-FC07-442A-8CCD-51051B11C520}" type="presParOf" srcId="{25F84EFB-9429-4AC8-9D0F-976530612F9D}" destId="{ED3438AF-2B74-4742-B1C7-9E4C5381E001}" srcOrd="13" destOrd="0" presId="urn:microsoft.com/office/officeart/2005/8/layout/vProcess5"/>
    <dgm:cxn modelId="{8F13D579-04E2-4B91-9A8F-4AEA32055DEE}" type="presParOf" srcId="{25F84EFB-9429-4AC8-9D0F-976530612F9D}" destId="{FACD2DA8-A648-4FD7-85C9-730B316787E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433A5-2CB3-4361-B320-D567D3D851D6}">
      <dsp:nvSpPr>
        <dsp:cNvPr id="0" name=""/>
        <dsp:cNvSpPr/>
      </dsp:nvSpPr>
      <dsp:spPr>
        <a:xfrm>
          <a:off x="150787" y="631438"/>
          <a:ext cx="913700" cy="9137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44FB6E-FD5D-4A1D-B2D7-53922FA6F752}">
      <dsp:nvSpPr>
        <dsp:cNvPr id="0" name=""/>
        <dsp:cNvSpPr/>
      </dsp:nvSpPr>
      <dsp:spPr>
        <a:xfrm>
          <a:off x="342664" y="823315"/>
          <a:ext cx="529946" cy="5299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41FDF-20CD-4783-BCA4-547258766809}">
      <dsp:nvSpPr>
        <dsp:cNvPr id="0" name=""/>
        <dsp:cNvSpPr/>
      </dsp:nvSpPr>
      <dsp:spPr>
        <a:xfrm>
          <a:off x="1260281" y="631438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client operates 200+ Azure subscriptions, spanning legacy and newly provisioned environments</a:t>
          </a:r>
        </a:p>
      </dsp:txBody>
      <dsp:txXfrm>
        <a:off x="1260281" y="631438"/>
        <a:ext cx="2153723" cy="913700"/>
      </dsp:txXfrm>
    </dsp:sp>
    <dsp:sp modelId="{220F7C36-288D-4D99-8D44-DB5501C2442B}">
      <dsp:nvSpPr>
        <dsp:cNvPr id="0" name=""/>
        <dsp:cNvSpPr/>
      </dsp:nvSpPr>
      <dsp:spPr>
        <a:xfrm>
          <a:off x="3789275" y="631438"/>
          <a:ext cx="913700" cy="9137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BCB5B3-1852-467F-B0A2-267FE472A32C}">
      <dsp:nvSpPr>
        <dsp:cNvPr id="0" name=""/>
        <dsp:cNvSpPr/>
      </dsp:nvSpPr>
      <dsp:spPr>
        <a:xfrm>
          <a:off x="3981152" y="823315"/>
          <a:ext cx="529946" cy="5299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A15B94-D33D-4CCC-8341-B44E1C5539C9}">
      <dsp:nvSpPr>
        <dsp:cNvPr id="0" name=""/>
        <dsp:cNvSpPr/>
      </dsp:nvSpPr>
      <dsp:spPr>
        <a:xfrm>
          <a:off x="4898769" y="631438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Strategic goal is to govern all application (managed) infrastructure via Terraform Cloud</a:t>
          </a:r>
        </a:p>
      </dsp:txBody>
      <dsp:txXfrm>
        <a:off x="4898769" y="631438"/>
        <a:ext cx="2153723" cy="913700"/>
      </dsp:txXfrm>
    </dsp:sp>
    <dsp:sp modelId="{A5F83F67-70F3-4448-8F56-0A67CA1E0674}">
      <dsp:nvSpPr>
        <dsp:cNvPr id="0" name=""/>
        <dsp:cNvSpPr/>
      </dsp:nvSpPr>
      <dsp:spPr>
        <a:xfrm>
          <a:off x="150787" y="2178087"/>
          <a:ext cx="913700" cy="9137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A0F445-E422-4818-80A5-ECBFC737723A}">
      <dsp:nvSpPr>
        <dsp:cNvPr id="0" name=""/>
        <dsp:cNvSpPr/>
      </dsp:nvSpPr>
      <dsp:spPr>
        <a:xfrm>
          <a:off x="342664" y="2369964"/>
          <a:ext cx="529946" cy="5299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CB3E31-F4CA-4B7C-B7D6-3B4C3FE46714}">
      <dsp:nvSpPr>
        <dsp:cNvPr id="0" name=""/>
        <dsp:cNvSpPr/>
      </dsp:nvSpPr>
      <dsp:spPr>
        <a:xfrm>
          <a:off x="1260281" y="2178087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Migration requires repeated assessment, export, and refactoring across hundreds of subscriptions</a:t>
          </a:r>
        </a:p>
      </dsp:txBody>
      <dsp:txXfrm>
        <a:off x="1260281" y="2178087"/>
        <a:ext cx="2153723" cy="913700"/>
      </dsp:txXfrm>
    </dsp:sp>
    <dsp:sp modelId="{94BD36DF-D318-40B4-B0C0-71032379B52C}">
      <dsp:nvSpPr>
        <dsp:cNvPr id="0" name=""/>
        <dsp:cNvSpPr/>
      </dsp:nvSpPr>
      <dsp:spPr>
        <a:xfrm>
          <a:off x="3789275" y="2178087"/>
          <a:ext cx="913700" cy="9137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FDCF7E-A152-45B3-8AB2-6D36C2219393}">
      <dsp:nvSpPr>
        <dsp:cNvPr id="0" name=""/>
        <dsp:cNvSpPr/>
      </dsp:nvSpPr>
      <dsp:spPr>
        <a:xfrm>
          <a:off x="3981152" y="2369964"/>
          <a:ext cx="529946" cy="5299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A1DA6-169B-4717-BD03-1CC7109AD50E}">
      <dsp:nvSpPr>
        <dsp:cNvPr id="0" name=""/>
        <dsp:cNvSpPr/>
      </dsp:nvSpPr>
      <dsp:spPr>
        <a:xfrm>
          <a:off x="4898769" y="2178087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Current manual approach is time‑consuming, error‑prone, and difficult to scale</a:t>
          </a:r>
        </a:p>
      </dsp:txBody>
      <dsp:txXfrm>
        <a:off x="4898769" y="2178087"/>
        <a:ext cx="2153723" cy="9137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B1E811-9542-4B5F-82DC-EC20F5DC202E}">
      <dsp:nvSpPr>
        <dsp:cNvPr id="0" name=""/>
        <dsp:cNvSpPr/>
      </dsp:nvSpPr>
      <dsp:spPr>
        <a:xfrm>
          <a:off x="0" y="0"/>
          <a:ext cx="5546526" cy="5984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Multi-agent, agentic AI pipeline for Azure-to-Terraform Cloud migration</a:t>
          </a:r>
        </a:p>
      </dsp:txBody>
      <dsp:txXfrm>
        <a:off x="17527" y="17527"/>
        <a:ext cx="4830782" cy="563354"/>
      </dsp:txXfrm>
    </dsp:sp>
    <dsp:sp modelId="{0710E927-D4C6-4C6D-A99D-168608C252EC}">
      <dsp:nvSpPr>
        <dsp:cNvPr id="0" name=""/>
        <dsp:cNvSpPr/>
      </dsp:nvSpPr>
      <dsp:spPr>
        <a:xfrm>
          <a:off x="414188" y="681521"/>
          <a:ext cx="5546526" cy="5984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21158"/>
                <a:satOff val="-1986"/>
                <a:lumOff val="49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421158"/>
                <a:satOff val="-1986"/>
                <a:lumOff val="49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421158"/>
                <a:satOff val="-1986"/>
                <a:lumOff val="49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Automated assessment, export, and refactoring Legacy and Modern Azure Environment </a:t>
          </a:r>
        </a:p>
      </dsp:txBody>
      <dsp:txXfrm>
        <a:off x="431715" y="699048"/>
        <a:ext cx="4708317" cy="563354"/>
      </dsp:txXfrm>
    </dsp:sp>
    <dsp:sp modelId="{C29F1DCD-16E3-4BE0-86EA-9A9E3AA5D45E}">
      <dsp:nvSpPr>
        <dsp:cNvPr id="0" name=""/>
        <dsp:cNvSpPr/>
      </dsp:nvSpPr>
      <dsp:spPr>
        <a:xfrm>
          <a:off x="828377" y="1363042"/>
          <a:ext cx="5546526" cy="5984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842315"/>
                <a:satOff val="-3972"/>
                <a:lumOff val="98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842315"/>
                <a:satOff val="-3972"/>
                <a:lumOff val="98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842315"/>
                <a:satOff val="-3972"/>
                <a:lumOff val="98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Built on Azure AI Foundry Agents and Workflows</a:t>
          </a:r>
        </a:p>
      </dsp:txBody>
      <dsp:txXfrm>
        <a:off x="845904" y="1380569"/>
        <a:ext cx="4708317" cy="563354"/>
      </dsp:txXfrm>
    </dsp:sp>
    <dsp:sp modelId="{21DA298E-26B3-4435-8C55-BCABAAAB7416}">
      <dsp:nvSpPr>
        <dsp:cNvPr id="0" name=""/>
        <dsp:cNvSpPr/>
      </dsp:nvSpPr>
      <dsp:spPr>
        <a:xfrm>
          <a:off x="1242565" y="2044563"/>
          <a:ext cx="5546526" cy="5984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263473"/>
                <a:satOff val="-5958"/>
                <a:lumOff val="147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263473"/>
                <a:satOff val="-5958"/>
                <a:lumOff val="147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263473"/>
                <a:satOff val="-5958"/>
                <a:lumOff val="147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Powered by MCP tools and containerized runtime</a:t>
          </a:r>
        </a:p>
      </dsp:txBody>
      <dsp:txXfrm>
        <a:off x="1260092" y="2062090"/>
        <a:ext cx="4708317" cy="563354"/>
      </dsp:txXfrm>
    </dsp:sp>
    <dsp:sp modelId="{55237745-EF09-4BC2-A28C-9B6BA001B789}">
      <dsp:nvSpPr>
        <dsp:cNvPr id="0" name=""/>
        <dsp:cNvSpPr/>
      </dsp:nvSpPr>
      <dsp:spPr>
        <a:xfrm>
          <a:off x="1656754" y="2726085"/>
          <a:ext cx="5546526" cy="5984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is cloud‑agnostic and can be tailored for any public cloud provider, including Azure, AWS, and GCP.</a:t>
          </a:r>
        </a:p>
      </dsp:txBody>
      <dsp:txXfrm>
        <a:off x="1674281" y="2743612"/>
        <a:ext cx="4708317" cy="563354"/>
      </dsp:txXfrm>
    </dsp:sp>
    <dsp:sp modelId="{BAACF7ED-39CE-4E5A-9053-969AE9DB2568}">
      <dsp:nvSpPr>
        <dsp:cNvPr id="0" name=""/>
        <dsp:cNvSpPr/>
      </dsp:nvSpPr>
      <dsp:spPr>
        <a:xfrm>
          <a:off x="5157560" y="437170"/>
          <a:ext cx="388965" cy="38896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245077" y="437170"/>
        <a:ext cx="213931" cy="292696"/>
      </dsp:txXfrm>
    </dsp:sp>
    <dsp:sp modelId="{D5A6B9B4-CDD2-48EF-B67C-E83B64DA9C9D}">
      <dsp:nvSpPr>
        <dsp:cNvPr id="0" name=""/>
        <dsp:cNvSpPr/>
      </dsp:nvSpPr>
      <dsp:spPr>
        <a:xfrm>
          <a:off x="5571749" y="1118692"/>
          <a:ext cx="388965" cy="38896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591803"/>
            <a:satOff val="-1680"/>
            <a:lumOff val="5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659266" y="1118692"/>
        <a:ext cx="213931" cy="292696"/>
      </dsp:txXfrm>
    </dsp:sp>
    <dsp:sp modelId="{DA8D92FB-8B22-46B9-9967-77413A23C0C6}">
      <dsp:nvSpPr>
        <dsp:cNvPr id="0" name=""/>
        <dsp:cNvSpPr/>
      </dsp:nvSpPr>
      <dsp:spPr>
        <a:xfrm>
          <a:off x="5985937" y="1790240"/>
          <a:ext cx="388965" cy="38896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183605"/>
            <a:satOff val="-3360"/>
            <a:lumOff val="101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073454" y="1790240"/>
        <a:ext cx="213931" cy="292696"/>
      </dsp:txXfrm>
    </dsp:sp>
    <dsp:sp modelId="{9CEDA971-E100-413E-A704-23D7DEB6B45E}">
      <dsp:nvSpPr>
        <dsp:cNvPr id="0" name=""/>
        <dsp:cNvSpPr/>
      </dsp:nvSpPr>
      <dsp:spPr>
        <a:xfrm>
          <a:off x="6400126" y="2478410"/>
          <a:ext cx="388965" cy="38896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775408"/>
            <a:satOff val="-5040"/>
            <a:lumOff val="151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487643" y="2478410"/>
        <a:ext cx="213931" cy="2926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692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26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592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44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38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240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56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360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004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21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02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7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FDF9410-E530-4E71-A2C0-4C24B4896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724" y="1427304"/>
            <a:ext cx="6515100" cy="3241515"/>
          </a:xfrm>
        </p:spPr>
        <p:txBody>
          <a:bodyPr anchor="ctr">
            <a:normAutofit/>
          </a:bodyPr>
          <a:lstStyle/>
          <a:p>
            <a:r>
              <a:rPr lang="en-US" sz="4700"/>
              <a:t>Azure-to-Terraform Migration (A2T)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4724" y="5132139"/>
            <a:ext cx="6515100" cy="631270"/>
          </a:xfrm>
        </p:spPr>
        <p:txBody>
          <a:bodyPr>
            <a:normAutofit/>
          </a:bodyPr>
          <a:lstStyle/>
          <a:p>
            <a:r>
              <a:rPr lang="en-US"/>
              <a:t>Agentic AI–Driven Infrastructure Modernization</a:t>
            </a:r>
          </a:p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3268B1E-8861-4702-9529-5A8FB23A6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14724" y="1094758"/>
            <a:ext cx="651510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C6646AE-8FD6-411E-8640-6CCB250D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14724" y="4923706"/>
            <a:ext cx="651510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/>
              <a:t>Problem Statement (A2T)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75F1E9DA-B11C-528F-5450-C2B6279D6F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1557449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C38B5B-5CAB-4DE0-8A5A-C9E547028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6C5B6-005D-A150-50B5-248773B88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/>
              <a:t>Solution Overview (A2T)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BAD1D533-E152-C073-AE59-15BBEC90E8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678456"/>
              </p:ext>
            </p:extLst>
          </p:nvPr>
        </p:nvGraphicFramePr>
        <p:xfrm>
          <a:off x="1088231" y="2340435"/>
          <a:ext cx="7203281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7500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EDB43-290F-3CA3-CA78-0A107F89D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607" y="1071882"/>
            <a:ext cx="7202456" cy="7032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/>
              <a:t>High Level Architecture Design</a:t>
            </a:r>
            <a:endParaRPr lang="en-US" dirty="0"/>
          </a:p>
        </p:txBody>
      </p:sp>
      <p:pic>
        <p:nvPicPr>
          <p:cNvPr id="4" name="Content Placeholder 3" descr="A diagram of a company">
            <a:extLst>
              <a:ext uri="{FF2B5EF4-FFF2-40B4-BE49-F238E27FC236}">
                <a16:creationId xmlns:a16="http://schemas.microsoft.com/office/drawing/2014/main" id="{B48369E3-EC0B-E5FB-313D-43D05FE2FA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2767" y="1947539"/>
            <a:ext cx="7509752" cy="410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6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BDC94-C59D-B4A8-EB5D-80BBA693B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6FEDD-A257-99F9-80F2-51CA5AD1F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607" y="1071882"/>
            <a:ext cx="7202456" cy="7032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dirty="0"/>
              <a:t>Low Level Architecture Design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AC57989-8F43-9E95-279F-BACB5F5B95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098" y="2018413"/>
            <a:ext cx="8667345" cy="387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98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2D1E87-6C09-8033-5A7D-457653A8F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29AE33F-6655-2AA6-E6F0-1F2EE144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dirty="0"/>
              <a:t>Business Value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8573129-D93B-EDA3-ABE3-CB29C58FB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815643"/>
              </p:ext>
            </p:extLst>
          </p:nvPr>
        </p:nvGraphicFramePr>
        <p:xfrm>
          <a:off x="1472468" y="2015732"/>
          <a:ext cx="6434887" cy="372835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434887">
                  <a:extLst>
                    <a:ext uri="{9D8B030D-6E8A-4147-A177-3AD203B41FA5}">
                      <a16:colId xmlns:a16="http://schemas.microsoft.com/office/drawing/2014/main" val="3187375129"/>
                    </a:ext>
                  </a:extLst>
                </a:gridCol>
              </a:tblGrid>
              <a:tr h="3164003">
                <a:tc>
                  <a:txBody>
                    <a:bodyPr/>
                    <a:lstStyle/>
                    <a:p>
                      <a:pPr marL="228600" indent="-22860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80–90% Faster Azure‑to‑Terraform Conversion (Primary KPI)</a:t>
                      </a:r>
                      <a:br>
                        <a:rPr lang="en-US" sz="100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00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Delivers a measurable reduction in infrastructure migration timelines by automating assessment, export, and refactoring—directly improving time‑to‑value and delivery velocity.</a:t>
                      </a:r>
                    </a:p>
                    <a:p>
                      <a:pPr marL="228600" indent="-22860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HCL &amp; Enterprise Terraform Standards Compliance (Quality KPI)</a:t>
                      </a:r>
                      <a:br>
                        <a:rPr lang="en-US" sz="100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00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Automatically enforces HCL best practices and enterprise Terraform standards, reducing configuration drift and improving IaC quality, consistency, and audit readiness.</a:t>
                      </a:r>
                    </a:p>
                    <a:p>
                      <a:pPr marL="228600" indent="-22860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Secure‑by‑Default Architecture (Security KPI)</a:t>
                      </a:r>
                      <a:br>
                        <a:rPr lang="en-US" sz="1000" b="1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00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Applies security controls such as private endpoints, managed identities, RBAC, and secure secrets handling by default—measurably lowering security risk and misconfiguration incidents.</a:t>
                      </a:r>
                    </a:p>
                    <a:p>
                      <a:pPr marL="228600" indent="-22860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Repeatability &amp; Scale Across Teams (Operational KPI)</a:t>
                      </a:r>
                      <a:br>
                        <a:rPr lang="en-US" sz="100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00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Enables consistent, repeatable migrations across teams, subscriptions, and environments—improving operational efficiency and platform scalability KPIs.</a:t>
                      </a:r>
                    </a:p>
                    <a:p>
                      <a:pPr marL="228600" marR="0" lvl="0" indent="-22860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Native Terraform Cloud Alignment (Governance KPI)</a:t>
                      </a:r>
                      <a:br>
                        <a:rPr lang="en-US" sz="100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00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Produces Terraform Cloud–ready artifacts, accelerating onboarding into governed workspaces with policy enforcement, versioning, and controlled execution—supporting governance and compliance KPIs.</a:t>
                      </a:r>
                    </a:p>
                    <a:p>
                      <a:pPr marL="0" indent="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None/>
                      </a:pPr>
                      <a:endParaRPr lang="en-US" sz="1000" kern="12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lang="en-US" sz="1000" kern="12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041" marR="37041" marT="44474" marB="44474">
                    <a:lnL w="28575" cap="flat" cmpd="sng" algn="ctr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871027"/>
                  </a:ext>
                </a:extLst>
              </a:tr>
              <a:tr h="286610">
                <a:tc>
                  <a:txBody>
                    <a:bodyPr/>
                    <a:lstStyle/>
                    <a:p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7041" marR="37041" marT="44474" marB="44474">
                    <a:lnL w="28575" cap="flat" cmpd="sng" algn="ctr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454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542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DBF892-F138-296C-14C2-A4D7D0463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6BEFB4-E895-FC1A-F8DA-97861B9B6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dirty="0"/>
              <a:t>Business Value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CE8CFBC-D730-4448-E96B-500C84A3D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187665"/>
              </p:ext>
            </p:extLst>
          </p:nvPr>
        </p:nvGraphicFramePr>
        <p:xfrm>
          <a:off x="1666551" y="2015732"/>
          <a:ext cx="6046720" cy="345061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46720">
                  <a:extLst>
                    <a:ext uri="{9D8B030D-6E8A-4147-A177-3AD203B41FA5}">
                      <a16:colId xmlns:a16="http://schemas.microsoft.com/office/drawing/2014/main" val="3187375129"/>
                    </a:ext>
                  </a:extLst>
                </a:gridCol>
              </a:tblGrid>
              <a:tr h="3007452">
                <a:tc>
                  <a:txBody>
                    <a:bodyPr/>
                    <a:lstStyle/>
                    <a:p>
                      <a:pPr marL="228600" marR="0" lvl="0" indent="-22860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1" kern="1200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Easy‑to‑Use, NLP‑Based Experience (Adoption KPI)</a:t>
                      </a:r>
                      <a:br>
                        <a:rPr lang="en-US" sz="1300" kern="1200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kern="1200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natural language–driven interface allows users to initiate and guide migrations using simple prompts, reducing dependency on deep Terraform expertise and improving user adoption and productivity KPIs.</a:t>
                      </a:r>
                    </a:p>
                    <a:p>
                      <a:pPr marL="228600" indent="-22860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300" b="1" kern="1200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Built‑In Observability &amp; Cost KPIs</a:t>
                      </a:r>
                      <a:br>
                        <a:rPr lang="en-US" sz="1300" kern="1200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300" kern="1200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full observability across the agentic pipeline, including:</a:t>
                      </a:r>
                    </a:p>
                    <a:p>
                      <a:pPr marL="228600" indent="-22860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300" b="1" kern="1200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 KPIs </a:t>
                      </a:r>
                      <a:r>
                        <a:rPr lang="en-US" sz="1300" kern="1200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agent and workflow readiness</a:t>
                      </a:r>
                    </a:p>
                    <a:p>
                      <a:pPr marL="228600" indent="-22860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300" b="1" kern="1200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Metrics KPIs </a:t>
                      </a:r>
                      <a:r>
                        <a:rPr lang="en-US" sz="1300" kern="1200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throughput, success rate, and execution time</a:t>
                      </a:r>
                    </a:p>
                    <a:p>
                      <a:pPr marL="228600" indent="-22860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300" b="1" kern="1200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Distributed tracing </a:t>
                      </a:r>
                      <a:r>
                        <a:rPr lang="en-US" sz="1300" kern="1200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end‑to‑end visibility and faster troubleshooting</a:t>
                      </a:r>
                    </a:p>
                    <a:p>
                      <a:pPr marL="228600" indent="-228600" algn="l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300" b="1" kern="1200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 analysis KPIs </a:t>
                      </a:r>
                      <a:r>
                        <a:rPr lang="en-US" sz="1300" kern="1200" cap="non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AI usage, migration runs, and optimization opportunities</a:t>
                      </a:r>
                    </a:p>
                  </a:txBody>
                  <a:tcPr marL="181293" marR="135970" marT="90647" marB="906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871027"/>
                  </a:ext>
                </a:extLst>
              </a:tr>
              <a:tr h="443162">
                <a:tc>
                  <a:txBody>
                    <a:bodyPr/>
                    <a:lstStyle/>
                    <a:p>
                      <a:endParaRPr lang="en-US" sz="13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81293" marR="135970" marT="90647" marB="9064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454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136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255EC-626E-78CB-8D83-D26096E00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39C427D-9993-7C9A-396D-D532B3AA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 fontAlgn="t"/>
            <a:r>
              <a:rPr lang="en-US" dirty="0"/>
              <a:t>Demo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DCBDB2-38B0-2BDB-D311-C7C3B58B3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84" y="2228523"/>
            <a:ext cx="7202455" cy="302503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52AE210-4F30-9A24-1350-E3171D5F6EBF}"/>
              </a:ext>
            </a:extLst>
          </p:cNvPr>
          <p:cNvSpPr txBox="1">
            <a:spLocks/>
          </p:cNvSpPr>
          <p:nvPr/>
        </p:nvSpPr>
        <p:spPr>
          <a:xfrm>
            <a:off x="606478" y="2265710"/>
            <a:ext cx="7607751" cy="325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373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C3D131-8647-080A-CA3E-EBD9CBE62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EA93E-91DF-327F-197C-A7E1853E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773" y="1219548"/>
            <a:ext cx="7202456" cy="53327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defTabSz="914400" fontAlgn="t"/>
            <a:r>
              <a:rPr lang="en-US" dirty="0"/>
              <a:t>Demo – Agent Communication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9DF4D03-7FB3-A7D5-BE12-5E3DDDBCA8BF}"/>
              </a:ext>
            </a:extLst>
          </p:cNvPr>
          <p:cNvSpPr txBox="1">
            <a:spLocks/>
          </p:cNvSpPr>
          <p:nvPr/>
        </p:nvSpPr>
        <p:spPr>
          <a:xfrm>
            <a:off x="606478" y="2265710"/>
            <a:ext cx="7607751" cy="325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4242EF4-C671-59F2-D780-E752A90BBE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116039"/>
              </p:ext>
            </p:extLst>
          </p:nvPr>
        </p:nvGraphicFramePr>
        <p:xfrm>
          <a:off x="8214229" y="2034975"/>
          <a:ext cx="914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2" imgW="914400" imgH="914361" progId="AcroExch.Document.DC">
                  <p:embed/>
                </p:oleObj>
              </mc:Choice>
              <mc:Fallback>
                <p:oleObj name="Acrobat Document" showAsIcon="1" r:id="rId2" imgW="914400" imgH="914361" progId="AcroExch.Document.DC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4242EF4-C671-59F2-D780-E752A90BBE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14229" y="2034975"/>
                        <a:ext cx="9144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A9A7C85-417A-85D8-94DC-D43C669EA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009" y="1896894"/>
            <a:ext cx="8000220" cy="413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930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9AF37-A791-F936-E30C-928D9F89D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467693F-A307-4FB1-C8B1-CE8DA2303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 fontAlgn="t"/>
            <a:r>
              <a:rPr lang="en-US" dirty="0"/>
              <a:t>Demo – observability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958138-7923-FCA2-0553-FCACAE868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84" y="2015732"/>
            <a:ext cx="7202456" cy="345061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1A78F44-85F5-E1BB-2F1B-57D1BA26C342}"/>
              </a:ext>
            </a:extLst>
          </p:cNvPr>
          <p:cNvSpPr txBox="1">
            <a:spLocks/>
          </p:cNvSpPr>
          <p:nvPr/>
        </p:nvSpPr>
        <p:spPr>
          <a:xfrm>
            <a:off x="606478" y="2265710"/>
            <a:ext cx="7607751" cy="325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698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81E6F-A816-A60F-8CAD-42BFC5432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3BD15B5-CD11-787B-3423-B022CFDC7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 fontAlgn="t"/>
            <a:r>
              <a:rPr lang="en-US" dirty="0"/>
              <a:t>Demo – Trace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926858-3480-9A2A-4893-6995CFFF1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84" y="2075471"/>
            <a:ext cx="7202455" cy="333113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E84FAF-9785-F4B6-9748-E3C87708AA03}"/>
              </a:ext>
            </a:extLst>
          </p:cNvPr>
          <p:cNvSpPr txBox="1">
            <a:spLocks/>
          </p:cNvSpPr>
          <p:nvPr/>
        </p:nvSpPr>
        <p:spPr>
          <a:xfrm>
            <a:off x="606478" y="2265710"/>
            <a:ext cx="7607751" cy="325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178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E5619-EFA2-2EBE-D457-C01E6C1A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5BB108C-41E3-4A8B-2526-52FF58771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 fontAlgn="t"/>
            <a:r>
              <a:rPr lang="en-US" dirty="0"/>
              <a:t>Demo – Cost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557C0C-4880-DC91-CA9D-C6236CF80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84" y="2066468"/>
            <a:ext cx="7202455" cy="334914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949697-6C03-E720-6257-A124152F7997}"/>
              </a:ext>
            </a:extLst>
          </p:cNvPr>
          <p:cNvSpPr txBox="1">
            <a:spLocks/>
          </p:cNvSpPr>
          <p:nvPr/>
        </p:nvSpPr>
        <p:spPr>
          <a:xfrm>
            <a:off x="606478" y="2265710"/>
            <a:ext cx="7607751" cy="325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483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220D3-36A3-E837-134E-080F66C6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920B576-6F4E-8F5D-3117-66998791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 fontAlgn="t"/>
            <a:r>
              <a:rPr lang="en-US" dirty="0"/>
              <a:t>Microsoft Foundry 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4499D-8C55-1E63-E8D6-E08D44505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84" y="2012811"/>
            <a:ext cx="7316014" cy="313270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0DE3C0-8483-1F92-035E-9672CFD72DE7}"/>
              </a:ext>
            </a:extLst>
          </p:cNvPr>
          <p:cNvSpPr txBox="1">
            <a:spLocks/>
          </p:cNvSpPr>
          <p:nvPr/>
        </p:nvSpPr>
        <p:spPr>
          <a:xfrm>
            <a:off x="606478" y="2265710"/>
            <a:ext cx="7607751" cy="325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629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B57A6-CFC4-80FF-4247-F560E6A1D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12F6065-5345-44BD-B66E-5487CCD7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E7ABCFA2-55B0-438C-A39A-637FFC624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BD2C934-710E-4E0E-9ED4-03F07E019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B4F1C-A54F-7FD5-3ACD-D035A2A1D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271" y="1474969"/>
            <a:ext cx="2269918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pPr defTabSz="914400" fontAlgn="t"/>
            <a:r>
              <a:rPr lang="en-US" sz="2900"/>
              <a:t>Azure Resources Overview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AD0F4F3-8F5C-421F-9FC1-DB3ED0BF6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3006" y="3526496"/>
            <a:ext cx="22677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588C62B-EF46-1BDA-E2F7-BE722D44E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653" y="2019953"/>
            <a:ext cx="2769308" cy="20839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1DDDF0-1991-2C53-3B95-9AC4D290D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756" y="2019954"/>
            <a:ext cx="2769308" cy="2083904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B0A40572-62E5-460B-AD24-B6628527A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1D872D4-D7E5-4CD8-9DAC-2BC612F08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39A299-A5AD-C04D-4FC0-3060CAA3644F}"/>
              </a:ext>
            </a:extLst>
          </p:cNvPr>
          <p:cNvSpPr txBox="1">
            <a:spLocks/>
          </p:cNvSpPr>
          <p:nvPr/>
        </p:nvSpPr>
        <p:spPr>
          <a:xfrm>
            <a:off x="606478" y="2265710"/>
            <a:ext cx="7607751" cy="325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547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E0440B-3BD3-0FD1-5F16-552B15D1D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6003D73-7B6F-06E3-2861-13691DD3B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dirty="0"/>
              <a:t>Thank You</a:t>
            </a:r>
          </a:p>
        </p:txBody>
      </p:sp>
      <p:pic>
        <p:nvPicPr>
          <p:cNvPr id="16" name="Graphic 15" descr="Smiling Face with No Fill">
            <a:extLst>
              <a:ext uri="{FF2B5EF4-FFF2-40B4-BE49-F238E27FC236}">
                <a16:creationId xmlns:a16="http://schemas.microsoft.com/office/drawing/2014/main" id="{B00A166A-E945-403D-311F-A29896B99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684" y="2015732"/>
            <a:ext cx="3450613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63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863E9-FD95-0962-5EAF-2F9FF41F9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12AD5-9189-D782-0E75-4F261EA17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200" dirty="0">
                <a:latin typeface="Aptos Display"/>
                <a:cs typeface="Segoe UI"/>
              </a:rPr>
              <a:t>Testim</a:t>
            </a:r>
            <a:r>
              <a:rPr lang="en-US" sz="4200">
                <a:latin typeface="Aptos Display"/>
                <a:cs typeface="Segoe UI"/>
              </a:rPr>
              <a:t>onial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801D7A-C776-0CDF-19B3-D6C511E657C9}"/>
              </a:ext>
            </a:extLst>
          </p:cNvPr>
          <p:cNvSpPr txBox="1">
            <a:spLocks/>
          </p:cNvSpPr>
          <p:nvPr/>
        </p:nvSpPr>
        <p:spPr>
          <a:xfrm>
            <a:off x="606478" y="2265710"/>
            <a:ext cx="7914952" cy="325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3C358C18-32E6-5888-0EB0-4D71BE4F9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2" y="2638977"/>
            <a:ext cx="8577944" cy="2156989"/>
          </a:xfrm>
          <a:prstGeom prst="rect">
            <a:avLst/>
          </a:prstGeom>
        </p:spPr>
      </p:pic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A6E2D1A-3371-A425-2C89-4C61306AF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43" y="4974771"/>
            <a:ext cx="8392886" cy="81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7609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2C44C9799C9545A5261C0AF70B4333" ma:contentTypeVersion="12" ma:contentTypeDescription="Create a new document." ma:contentTypeScope="" ma:versionID="5e4cadbf8931f3a42467c8a0955d4fc4">
  <xsd:schema xmlns:xsd="http://www.w3.org/2001/XMLSchema" xmlns:xs="http://www.w3.org/2001/XMLSchema" xmlns:p="http://schemas.microsoft.com/office/2006/metadata/properties" xmlns:ns2="71ec4482-8a5f-419e-a3fb-f1ff39837bb1" xmlns:ns3="289d593b-f9da-44ad-aeed-35e8c5022e75" targetNamespace="http://schemas.microsoft.com/office/2006/metadata/properties" ma:root="true" ma:fieldsID="914513dae8da38dff2ffd10bf6795a4a" ns2:_="" ns3:_="">
    <xsd:import namespace="71ec4482-8a5f-419e-a3fb-f1ff39837bb1"/>
    <xsd:import namespace="289d593b-f9da-44ad-aeed-35e8c5022e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ec4482-8a5f-419e-a3fb-f1ff39837b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d593b-f9da-44ad-aeed-35e8c5022e7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1e7f45-79c5-438a-9c31-31bb88d8ed8a}" ma:internalName="TaxCatchAll" ma:showField="CatchAllData" ma:web="289d593b-f9da-44ad-aeed-35e8c5022e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ec4482-8a5f-419e-a3fb-f1ff39837bb1">
      <Terms xmlns="http://schemas.microsoft.com/office/infopath/2007/PartnerControls"/>
    </lcf76f155ced4ddcb4097134ff3c332f>
    <TaxCatchAll xmlns="289d593b-f9da-44ad-aeed-35e8c5022e75" xsi:nil="true"/>
  </documentManagement>
</p:properties>
</file>

<file path=customXml/itemProps1.xml><?xml version="1.0" encoding="utf-8"?>
<ds:datastoreItem xmlns:ds="http://schemas.openxmlformats.org/officeDocument/2006/customXml" ds:itemID="{D5BA1E45-31CE-4C34-9B78-61E98C36B9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8724E7-D70B-448E-A300-6DF077F4DC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ec4482-8a5f-419e-a3fb-f1ff39837bb1"/>
    <ds:schemaRef ds:uri="289d593b-f9da-44ad-aeed-35e8c5022e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C8F3078-C697-4B7E-9FF9-CB5BF9CCF2C1}">
  <ds:schemaRefs>
    <ds:schemaRef ds:uri="http://schemas.microsoft.com/office/2006/metadata/properties"/>
    <ds:schemaRef ds:uri="http://schemas.microsoft.com/office/infopath/2007/PartnerControls"/>
    <ds:schemaRef ds:uri="71ec4482-8a5f-419e-a3fb-f1ff39837bb1"/>
    <ds:schemaRef ds:uri="289d593b-f9da-44ad-aeed-35e8c5022e75"/>
  </ds:schemaRefs>
</ds:datastoreItem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177</TotalTime>
  <Words>464</Words>
  <Application>Microsoft Office PowerPoint</Application>
  <PresentationFormat>On-screen Show (4:3)</PresentationFormat>
  <Paragraphs>37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 Display</vt:lpstr>
      <vt:lpstr>Arial</vt:lpstr>
      <vt:lpstr>Gill Sans MT</vt:lpstr>
      <vt:lpstr>Gallery</vt:lpstr>
      <vt:lpstr>Adobe Acrobat Document</vt:lpstr>
      <vt:lpstr>Azure-to-Terraform Migration (A2T)</vt:lpstr>
      <vt:lpstr>Problem Statement (A2T)</vt:lpstr>
      <vt:lpstr>Solution Overview (A2T)</vt:lpstr>
      <vt:lpstr>High Level Architecture Design</vt:lpstr>
      <vt:lpstr>Low Level Architecture Design</vt:lpstr>
      <vt:lpstr>Business Value </vt:lpstr>
      <vt:lpstr>Business Value </vt:lpstr>
      <vt:lpstr>Demo</vt:lpstr>
      <vt:lpstr>Demo – Agent Communication</vt:lpstr>
      <vt:lpstr>Demo – observability</vt:lpstr>
      <vt:lpstr>Demo – Trace</vt:lpstr>
      <vt:lpstr>Demo – Cost Analysis</vt:lpstr>
      <vt:lpstr>Microsoft Foundry View</vt:lpstr>
      <vt:lpstr>Azure Resources Overview</vt:lpstr>
      <vt:lpstr>Thank You</vt:lpstr>
      <vt:lpstr>Testimonial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Maheshwari, Sundeep Kumar</cp:lastModifiedBy>
  <cp:revision>38</cp:revision>
  <dcterms:created xsi:type="dcterms:W3CDTF">2013-01-27T09:14:16Z</dcterms:created>
  <dcterms:modified xsi:type="dcterms:W3CDTF">2026-04-21T22:58:10Z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0x010100D72C44C9799C9545A5261C0AF70B4333</vt:lpwstr>
  </property>
  <property fmtid="{D5CDD505-2E9C-101B-9397-08002B2CF9AE}" pid="3" name="MediaServiceImageTags">
    <vt:lpwstr/>
  </property>
</Properties>
</file>